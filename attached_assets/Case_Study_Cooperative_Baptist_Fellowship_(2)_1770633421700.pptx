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71" r:id="rId4"/>
    <p:sldMasterId id="2147485307" r:id="rId5"/>
  </p:sldMasterIdLst>
  <p:notesMasterIdLst>
    <p:notesMasterId r:id="rId7"/>
  </p:notesMasterIdLst>
  <p:handoutMasterIdLst>
    <p:handoutMasterId r:id="rId8"/>
  </p:handoutMasterIdLst>
  <p:sldIdLst>
    <p:sldId id="11689" r:id="rId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7DA3DE-26A6-EF48-86DD-D4CA567657F6}">
          <p14:sldIdLst>
            <p14:sldId id="11689"/>
          </p14:sldIdLst>
        </p14:section>
        <p14:section name="Icon Library" id="{5D6EDFCF-14CC-9149-BAC3-15898F1C2E9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8DD1BF-554F-DA33-8E37-A4A93C79B661}" name="Eric Bauer" initials="EB" userId="S::eric@itxedge.com::09eb3990-aee6-48b5-b8ad-5c96790accd4" providerId="AD"/>
  <p188:author id="{D569C3D3-2E55-5EDC-186F-CED81CC3BA7E}" name="Lisa Proctor" initials="LP" userId="Lisa Procto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5AD4"/>
    <a:srgbClr val="7BB5CD"/>
    <a:srgbClr val="E6E6E6"/>
    <a:srgbClr val="FFFFFF"/>
    <a:srgbClr val="9EA1FC"/>
    <a:srgbClr val="F1F2F1"/>
    <a:srgbClr val="000000"/>
    <a:srgbClr val="666666"/>
    <a:srgbClr val="8661C5"/>
    <a:srgbClr val="D59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090" autoAdjust="0"/>
    <p:restoredTop sz="96327" autoAdjust="0"/>
  </p:normalViewPr>
  <p:slideViewPr>
    <p:cSldViewPr snapToGrid="0">
      <p:cViewPr varScale="1">
        <p:scale>
          <a:sx n="112" d="100"/>
          <a:sy n="112" d="100"/>
        </p:scale>
        <p:origin x="416" y="64"/>
      </p:cViewPr>
      <p:guideLst/>
    </p:cSldViewPr>
  </p:slideViewPr>
  <p:outlineViewPr>
    <p:cViewPr>
      <p:scale>
        <a:sx n="33" d="100"/>
        <a:sy n="33" d="100"/>
      </p:scale>
      <p:origin x="0" y="-45326"/>
    </p:cViewPr>
  </p:outlineViewPr>
  <p:notesTextViewPr>
    <p:cViewPr>
      <p:scale>
        <a:sx n="125" d="100"/>
        <a:sy n="125" d="100"/>
      </p:scale>
      <p:origin x="0" y="0"/>
    </p:cViewPr>
  </p:notesTextViewPr>
  <p:sorterViewPr>
    <p:cViewPr>
      <p:scale>
        <a:sx n="95" d="100"/>
        <a:sy n="95" d="100"/>
      </p:scale>
      <p:origin x="0" y="-6918"/>
    </p:cViewPr>
  </p:sorterViewPr>
  <p:notesViewPr>
    <p:cSldViewPr snapToGrid="0" showGuides="1">
      <p:cViewPr varScale="1">
        <p:scale>
          <a:sx n="83" d="100"/>
          <a:sy n="83" d="100"/>
        </p:scale>
        <p:origin x="2955" y="39"/>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Shapiro" userId="48eb0470-684e-4063-95b8-b5ed47b842a0" providerId="ADAL" clId="{63D92563-8087-4BA8-9C46-1B73CB101D95}"/>
    <pc:docChg chg="undo custSel modSld">
      <pc:chgData name="Adam Shapiro" userId="48eb0470-684e-4063-95b8-b5ed47b842a0" providerId="ADAL" clId="{63D92563-8087-4BA8-9C46-1B73CB101D95}" dt="2024-02-22T13:29:12.326" v="1" actId="478"/>
      <pc:docMkLst>
        <pc:docMk/>
      </pc:docMkLst>
      <pc:sldChg chg="addSp delSp mod">
        <pc:chgData name="Adam Shapiro" userId="48eb0470-684e-4063-95b8-b5ed47b842a0" providerId="ADAL" clId="{63D92563-8087-4BA8-9C46-1B73CB101D95}" dt="2024-02-22T13:29:12.326" v="1" actId="478"/>
        <pc:sldMkLst>
          <pc:docMk/>
          <pc:sldMk cId="2486056850" sldId="11689"/>
        </pc:sldMkLst>
        <pc:picChg chg="add del">
          <ac:chgData name="Adam Shapiro" userId="48eb0470-684e-4063-95b8-b5ed47b842a0" providerId="ADAL" clId="{63D92563-8087-4BA8-9C46-1B73CB101D95}" dt="2024-02-22T13:29:12.326" v="1" actId="478"/>
          <ac:picMkLst>
            <pc:docMk/>
            <pc:sldMk cId="2486056850" sldId="11689"/>
            <ac:picMk id="7" creationId="{A6A5D003-8AA7-A01A-3225-5D0575FE604C}"/>
          </ac:picMkLst>
        </pc:picChg>
      </pc:sldChg>
    </pc:docChg>
  </pc:docChgLst>
  <pc:docChgLst>
    <pc:chgData name="Adam Shapiro" userId="48eb0470-684e-4063-95b8-b5ed47b842a0" providerId="ADAL" clId="{8069F76F-26A3-487C-ADD3-217327D4D626}"/>
    <pc:docChg chg="">
      <pc:chgData name="Adam Shapiro" userId="48eb0470-684e-4063-95b8-b5ed47b842a0" providerId="ADAL" clId="{8069F76F-26A3-487C-ADD3-217327D4D626}" dt="2022-09-22T17:16:01.407" v="1"/>
      <pc:docMkLst>
        <pc:docMk/>
      </pc:docMkLst>
      <pc:sldChg chg="delCm">
        <pc:chgData name="Adam Shapiro" userId="48eb0470-684e-4063-95b8-b5ed47b842a0" providerId="ADAL" clId="{8069F76F-26A3-487C-ADD3-217327D4D626}" dt="2022-09-22T17:16:01.407" v="1"/>
        <pc:sldMkLst>
          <pc:docMk/>
          <pc:sldMk cId="2486056850" sldId="1168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2/22/2024 5:27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2/22/2024 5:27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9054D2-A44D-46D9-A9E7-FFF6244BFEB5}" type="slidenum">
              <a:rPr lang="en-US" smtClean="0"/>
              <a:t>1</a:t>
            </a:fld>
            <a:endParaRPr lang="en-US"/>
          </a:p>
        </p:txBody>
      </p:sp>
    </p:spTree>
    <p:extLst>
      <p:ext uri="{BB962C8B-B14F-4D97-AF65-F5344CB8AC3E}">
        <p14:creationId xmlns:p14="http://schemas.microsoft.com/office/powerpoint/2010/main" val="154214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801527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D4C03CF-727C-E246-BDAF-FBA6A56B2C2D}"/>
              </a:ext>
            </a:extLst>
          </p:cNvPr>
          <p:cNvSpPr/>
          <p:nvPr userDrawn="1"/>
        </p:nvSpPr>
        <p:spPr>
          <a:xfrm rot="10800000">
            <a:off x="4508473" y="2453012"/>
            <a:ext cx="7226323" cy="3058283"/>
          </a:xfrm>
          <a:prstGeom prst="roundRect">
            <a:avLst>
              <a:gd name="adj" fmla="val 3929"/>
            </a:avLst>
          </a:prstGeom>
          <a:solidFill>
            <a:schemeClr val="bg1"/>
          </a:solidFill>
          <a:ln>
            <a:noFill/>
          </a:ln>
          <a:effectLst>
            <a:outerShdw blurRad="381000" dist="127000" dir="5400000" sx="101000" sy="101000" algn="tl" rotWithShape="0">
              <a:prstClr val="black">
                <a:alpha val="20385"/>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0EE25133-069B-9442-AE45-C3724933AC0E}"/>
              </a:ext>
            </a:extLst>
          </p:cNvPr>
          <p:cNvSpPr/>
          <p:nvPr userDrawn="1"/>
        </p:nvSpPr>
        <p:spPr>
          <a:xfrm rot="10800000">
            <a:off x="7734300" y="1106813"/>
            <a:ext cx="4000500" cy="1908887"/>
          </a:xfrm>
          <a:prstGeom prst="roundRect">
            <a:avLst>
              <a:gd name="adj" fmla="val 5513"/>
            </a:avLst>
          </a:prstGeom>
          <a:solidFill>
            <a:srgbClr val="4B53BC"/>
          </a:solidFill>
          <a:ln>
            <a:noFill/>
          </a:ln>
          <a:effectLst>
            <a:outerShdw blurRad="381000" dist="127000" dir="5400000" sx="101000" sy="101000" algn="tl" rotWithShape="0">
              <a:prstClr val="black">
                <a:alpha val="20385"/>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2C1373DB-1E01-0545-BE1B-494EC0A2554F}"/>
              </a:ext>
            </a:extLst>
          </p:cNvPr>
          <p:cNvSpPr/>
          <p:nvPr userDrawn="1"/>
        </p:nvSpPr>
        <p:spPr>
          <a:xfrm>
            <a:off x="4508477" y="1106813"/>
            <a:ext cx="3811430" cy="1908887"/>
          </a:xfrm>
          <a:custGeom>
            <a:avLst/>
            <a:gdLst>
              <a:gd name="connsiteX0" fmla="*/ 105237 w 3811430"/>
              <a:gd name="connsiteY0" fmla="*/ 0 h 1908887"/>
              <a:gd name="connsiteX1" fmla="*/ 152400 w 3811430"/>
              <a:gd name="connsiteY1" fmla="*/ 0 h 1908887"/>
              <a:gd name="connsiteX2" fmla="*/ 3553793 w 3811430"/>
              <a:gd name="connsiteY2" fmla="*/ 0 h 1908887"/>
              <a:gd name="connsiteX3" fmla="*/ 3669791 w 3811430"/>
              <a:gd name="connsiteY3" fmla="*/ 0 h 1908887"/>
              <a:gd name="connsiteX4" fmla="*/ 3811430 w 3811430"/>
              <a:gd name="connsiteY4" fmla="*/ 954444 h 1908887"/>
              <a:gd name="connsiteX5" fmla="*/ 3669791 w 3811430"/>
              <a:gd name="connsiteY5" fmla="*/ 1908887 h 1908887"/>
              <a:gd name="connsiteX6" fmla="*/ 3553793 w 3811430"/>
              <a:gd name="connsiteY6" fmla="*/ 1908887 h 1908887"/>
              <a:gd name="connsiteX7" fmla="*/ 152400 w 3811430"/>
              <a:gd name="connsiteY7" fmla="*/ 1908887 h 1908887"/>
              <a:gd name="connsiteX8" fmla="*/ 105237 w 3811430"/>
              <a:gd name="connsiteY8" fmla="*/ 1908887 h 1908887"/>
              <a:gd name="connsiteX9" fmla="*/ 0 w 3811430"/>
              <a:gd name="connsiteY9" fmla="*/ 1803650 h 1908887"/>
              <a:gd name="connsiteX10" fmla="*/ 0 w 3811430"/>
              <a:gd name="connsiteY10" fmla="*/ 105237 h 1908887"/>
              <a:gd name="connsiteX11" fmla="*/ 105237 w 3811430"/>
              <a:gd name="connsiteY11" fmla="*/ 0 h 19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11430" h="1908887">
                <a:moveTo>
                  <a:pt x="105237" y="0"/>
                </a:moveTo>
                <a:lnTo>
                  <a:pt x="152400" y="0"/>
                </a:lnTo>
                <a:lnTo>
                  <a:pt x="3553793" y="0"/>
                </a:lnTo>
                <a:lnTo>
                  <a:pt x="3669791" y="0"/>
                </a:lnTo>
                <a:lnTo>
                  <a:pt x="3811430" y="954444"/>
                </a:lnTo>
                <a:lnTo>
                  <a:pt x="3669791" y="1908887"/>
                </a:lnTo>
                <a:lnTo>
                  <a:pt x="3553793" y="1908887"/>
                </a:lnTo>
                <a:lnTo>
                  <a:pt x="152400" y="1908887"/>
                </a:lnTo>
                <a:lnTo>
                  <a:pt x="105237" y="1908887"/>
                </a:lnTo>
                <a:cubicBezTo>
                  <a:pt x="47116" y="1908887"/>
                  <a:pt x="0" y="1861771"/>
                  <a:pt x="0" y="1803650"/>
                </a:cubicBezTo>
                <a:lnTo>
                  <a:pt x="0" y="105237"/>
                </a:lnTo>
                <a:cubicBezTo>
                  <a:pt x="0" y="47116"/>
                  <a:pt x="47116" y="0"/>
                  <a:pt x="105237" y="0"/>
                </a:cubicBezTo>
                <a:close/>
              </a:path>
            </a:pathLst>
          </a:custGeom>
          <a:solidFill>
            <a:srgbClr val="5C5AD4"/>
          </a:solidFill>
          <a:ln>
            <a:noFill/>
          </a:ln>
          <a:effectLst>
            <a:outerShdw blurRad="381000" dist="127000" dir="5400000" sx="101000" sy="101000" algn="tl" rotWithShape="0">
              <a:prstClr val="black">
                <a:alpha val="20385"/>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4426BC51-D522-8045-B62D-EC22CE6E7E0E}"/>
              </a:ext>
            </a:extLst>
          </p:cNvPr>
          <p:cNvSpPr/>
          <p:nvPr userDrawn="1"/>
        </p:nvSpPr>
        <p:spPr>
          <a:xfrm>
            <a:off x="0" y="-2058"/>
            <a:ext cx="4079644" cy="68600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64A6F74-92D1-9347-B61C-6F5A175D86C7}"/>
              </a:ext>
            </a:extLst>
          </p:cNvPr>
          <p:cNvSpPr/>
          <p:nvPr userDrawn="1"/>
        </p:nvSpPr>
        <p:spPr>
          <a:xfrm>
            <a:off x="8494399" y="1287002"/>
            <a:ext cx="3083585" cy="2950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400" b="1" dirty="0">
                <a:solidFill>
                  <a:schemeClr val="bg1"/>
                </a:solidFill>
                <a:latin typeface="Segoe UI Semibold" panose="020B0502040204020203" pitchFamily="34" charset="0"/>
                <a:cs typeface="Segoe UI Semibold" panose="020B0502040204020203" pitchFamily="34" charset="0"/>
              </a:rPr>
              <a:t>The solution</a:t>
            </a:r>
          </a:p>
        </p:txBody>
      </p:sp>
      <p:sp>
        <p:nvSpPr>
          <p:cNvPr id="7" name="Rectangle 6">
            <a:extLst>
              <a:ext uri="{FF2B5EF4-FFF2-40B4-BE49-F238E27FC236}">
                <a16:creationId xmlns:a16="http://schemas.microsoft.com/office/drawing/2014/main" id="{99546CDA-CF5F-8049-9F5F-8E82FC9B707D}"/>
              </a:ext>
            </a:extLst>
          </p:cNvPr>
          <p:cNvSpPr/>
          <p:nvPr userDrawn="1"/>
        </p:nvSpPr>
        <p:spPr>
          <a:xfrm>
            <a:off x="4682969" y="1287002"/>
            <a:ext cx="3240359" cy="2295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400" b="1" dirty="0">
                <a:solidFill>
                  <a:schemeClr val="bg1"/>
                </a:solidFill>
                <a:latin typeface="Segoe UI Semibold" panose="020B0502040204020203" pitchFamily="34" charset="0"/>
                <a:cs typeface="Segoe UI Semibold" panose="020B0502040204020203" pitchFamily="34" charset="0"/>
              </a:rPr>
              <a:t>The challenge</a:t>
            </a:r>
          </a:p>
        </p:txBody>
      </p:sp>
      <p:sp>
        <p:nvSpPr>
          <p:cNvPr id="8" name="Rectangle 7">
            <a:extLst>
              <a:ext uri="{FF2B5EF4-FFF2-40B4-BE49-F238E27FC236}">
                <a16:creationId xmlns:a16="http://schemas.microsoft.com/office/drawing/2014/main" id="{A48D4896-9CD1-8E48-8028-9CE57138C8C4}"/>
              </a:ext>
            </a:extLst>
          </p:cNvPr>
          <p:cNvSpPr/>
          <p:nvPr userDrawn="1"/>
        </p:nvSpPr>
        <p:spPr>
          <a:xfrm>
            <a:off x="457200" y="3806167"/>
            <a:ext cx="756617" cy="184666"/>
          </a:xfrm>
          <a:prstGeom prst="rect">
            <a:avLst/>
          </a:prstGeom>
        </p:spPr>
        <p:txBody>
          <a:bodyPr wrap="none" lIns="0" tIns="0" rIns="0" bIns="0">
            <a:spAutoFit/>
          </a:bodyPr>
          <a:lstStyle/>
          <a:p>
            <a:r>
              <a:rPr lang="en-US" sz="1200" dirty="0">
                <a:latin typeface="Segoe Pro Semibold"/>
                <a:cs typeface="Segoe Pro Semibold"/>
              </a:rPr>
              <a:t> </a:t>
            </a:r>
            <a:r>
              <a:rPr lang="en-US" sz="1200" dirty="0">
                <a:latin typeface="Segoe UI Semibold" panose="020B0702040204020203" pitchFamily="34" charset="0"/>
                <a:cs typeface="Segoe UI Semibold" panose="020B0702040204020203" pitchFamily="34" charset="0"/>
              </a:rPr>
              <a:t>Highlights</a:t>
            </a:r>
          </a:p>
        </p:txBody>
      </p:sp>
      <p:sp>
        <p:nvSpPr>
          <p:cNvPr id="15" name="Rectangle 14">
            <a:extLst>
              <a:ext uri="{FF2B5EF4-FFF2-40B4-BE49-F238E27FC236}">
                <a16:creationId xmlns:a16="http://schemas.microsoft.com/office/drawing/2014/main" id="{315A7EF5-3513-B348-9AC5-2F702FFA0FF8}"/>
              </a:ext>
            </a:extLst>
          </p:cNvPr>
          <p:cNvSpPr/>
          <p:nvPr userDrawn="1"/>
        </p:nvSpPr>
        <p:spPr>
          <a:xfrm>
            <a:off x="4750464" y="3187836"/>
            <a:ext cx="1598824" cy="307777"/>
          </a:xfrm>
          <a:prstGeom prst="rect">
            <a:avLst/>
          </a:prstGeom>
        </p:spPr>
        <p:txBody>
          <a:bodyPr wrap="square" lIns="0" rIns="0">
            <a:spAutoFit/>
          </a:bodyPr>
          <a:lstStyle/>
          <a:p>
            <a:pPr marR="0" indent="0" fontAlgn="auto">
              <a:lnSpc>
                <a:spcPct val="100000"/>
              </a:lnSpc>
              <a:spcBef>
                <a:spcPts val="0"/>
              </a:spcBef>
              <a:spcAft>
                <a:spcPts val="600"/>
              </a:spcAft>
              <a:buClr>
                <a:srgbClr val="737373"/>
              </a:buClr>
              <a:buSzPct val="115000"/>
              <a:buFontTx/>
              <a:buNone/>
              <a:tabLst/>
              <a:defRPr/>
            </a:pPr>
            <a:r>
              <a:rPr lang="en-US" sz="1400" b="1" dirty="0">
                <a:latin typeface="Segoe UI Semibold" panose="020B0502040204020203" pitchFamily="34" charset="0"/>
                <a:cs typeface="Segoe UI Semibold" panose="020B0502040204020203" pitchFamily="34" charset="0"/>
              </a:rPr>
              <a:t>The results</a:t>
            </a:r>
          </a:p>
        </p:txBody>
      </p:sp>
      <p:sp>
        <p:nvSpPr>
          <p:cNvPr id="17" name="Rectangle 16">
            <a:extLst>
              <a:ext uri="{FF2B5EF4-FFF2-40B4-BE49-F238E27FC236}">
                <a16:creationId xmlns:a16="http://schemas.microsoft.com/office/drawing/2014/main" id="{A89CE09B-2817-6946-A07D-D4560D4C6866}"/>
              </a:ext>
            </a:extLst>
          </p:cNvPr>
          <p:cNvSpPr/>
          <p:nvPr userDrawn="1"/>
        </p:nvSpPr>
        <p:spPr>
          <a:xfrm>
            <a:off x="495497" y="5511295"/>
            <a:ext cx="1540058" cy="180242"/>
          </a:xfrm>
          <a:prstGeom prst="rect">
            <a:avLst/>
          </a:prstGeom>
        </p:spPr>
        <p:txBody>
          <a:bodyPr wrap="square" lIns="0" tIns="0" rIns="0" bIns="0">
            <a:spAutoFit/>
          </a:bodyPr>
          <a:lstStyle/>
          <a:p>
            <a:pPr lvl="0">
              <a:lnSpc>
                <a:spcPct val="105000"/>
              </a:lnSpc>
              <a:buClr>
                <a:schemeClr val="bg1"/>
              </a:buClr>
              <a:buSzPct val="115000"/>
              <a:defRPr/>
            </a:pPr>
            <a:r>
              <a:rPr lang="en-US" sz="1200" dirty="0">
                <a:latin typeface="Segoe UI Semibold" panose="020B0702040204020203" pitchFamily="34" charset="0"/>
                <a:cs typeface="Segoe UI Semibold" panose="020B0702040204020203" pitchFamily="34" charset="0"/>
              </a:rPr>
              <a:t>About partner</a:t>
            </a:r>
          </a:p>
        </p:txBody>
      </p:sp>
      <p:sp>
        <p:nvSpPr>
          <p:cNvPr id="19" name="TextBox 18">
            <a:extLst>
              <a:ext uri="{FF2B5EF4-FFF2-40B4-BE49-F238E27FC236}">
                <a16:creationId xmlns:a16="http://schemas.microsoft.com/office/drawing/2014/main" id="{2E89C26C-7AA3-E741-961C-FDD32D796E16}"/>
              </a:ext>
            </a:extLst>
          </p:cNvPr>
          <p:cNvSpPr txBox="1"/>
          <p:nvPr userDrawn="1"/>
        </p:nvSpPr>
        <p:spPr>
          <a:xfrm>
            <a:off x="4102367" y="6657945"/>
            <a:ext cx="6687760" cy="200055"/>
          </a:xfrm>
          <a:prstGeom prst="rect">
            <a:avLst/>
          </a:prstGeom>
          <a:noFill/>
        </p:spPr>
        <p:txBody>
          <a:bodyPr wrap="square" rtlCol="0">
            <a:spAutoFit/>
          </a:bodyPr>
          <a:lstStyle/>
          <a:p>
            <a:r>
              <a:rPr lang="en-US" sz="700" dirty="0">
                <a:solidFill>
                  <a:schemeClr val="tx1">
                    <a:lumMod val="50000"/>
                    <a:lumOff val="50000"/>
                  </a:schemeClr>
                </a:solidFill>
                <a:latin typeface="Segoe UI "/>
              </a:rPr>
              <a:t>This document is for informational purposes only. MICROSOFT MAKES NO WARRANTIES, EXPRESS OR IMPLIED, IN THIS SUMMARY.</a:t>
            </a:r>
          </a:p>
        </p:txBody>
      </p:sp>
      <p:pic>
        <p:nvPicPr>
          <p:cNvPr id="20" name="Picture 19" descr="Microsoft logo">
            <a:extLst>
              <a:ext uri="{FF2B5EF4-FFF2-40B4-BE49-F238E27FC236}">
                <a16:creationId xmlns:a16="http://schemas.microsoft.com/office/drawing/2014/main" id="{6E46300E-02FD-D940-A706-EB5F9150C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37958" y="6327199"/>
            <a:ext cx="1177420" cy="433106"/>
          </a:xfrm>
          <a:prstGeom prst="rect">
            <a:avLst/>
          </a:prstGeom>
        </p:spPr>
      </p:pic>
      <p:cxnSp>
        <p:nvCxnSpPr>
          <p:cNvPr id="22" name="Straight Connector 21">
            <a:extLst>
              <a:ext uri="{FF2B5EF4-FFF2-40B4-BE49-F238E27FC236}">
                <a16:creationId xmlns:a16="http://schemas.microsoft.com/office/drawing/2014/main" id="{699EC090-91CD-7446-8FC2-B378C91F6747}"/>
              </a:ext>
            </a:extLst>
          </p:cNvPr>
          <p:cNvCxnSpPr>
            <a:cxnSpLocks/>
          </p:cNvCxnSpPr>
          <p:nvPr userDrawn="1"/>
        </p:nvCxnSpPr>
        <p:spPr>
          <a:xfrm flipH="1">
            <a:off x="0" y="5392230"/>
            <a:ext cx="407341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8D5646F-FF84-8C4D-85FA-E81BFB443465}"/>
              </a:ext>
            </a:extLst>
          </p:cNvPr>
          <p:cNvSpPr txBox="1"/>
          <p:nvPr userDrawn="1"/>
        </p:nvSpPr>
        <p:spPr>
          <a:xfrm>
            <a:off x="4508955" y="5842760"/>
            <a:ext cx="1091746" cy="200055"/>
          </a:xfrm>
          <a:prstGeom prst="rect">
            <a:avLst/>
          </a:prstGeom>
          <a:noFill/>
        </p:spPr>
        <p:txBody>
          <a:bodyPr wrap="square" lIns="0" tIns="0" rIns="0" bIns="0" rtlCol="0">
            <a:noAutofit/>
          </a:bodyPr>
          <a:lstStyle/>
          <a:p>
            <a:pPr>
              <a:spcAft>
                <a:spcPts val="300"/>
              </a:spcAft>
              <a:buClr>
                <a:srgbClr val="737373"/>
              </a:buClr>
              <a:buSzPct val="115000"/>
              <a:defRPr/>
            </a:pPr>
            <a:r>
              <a:rPr lang="en-US" sz="1400" b="1" dirty="0">
                <a:latin typeface="Segoe UI Semibold" panose="020B0502040204020203" pitchFamily="34" charset="0"/>
                <a:cs typeface="Segoe UI Semibold" panose="020B0502040204020203" pitchFamily="34" charset="0"/>
              </a:rPr>
              <a:t>Learn more</a:t>
            </a:r>
          </a:p>
        </p:txBody>
      </p:sp>
      <p:cxnSp>
        <p:nvCxnSpPr>
          <p:cNvPr id="25" name="Straight Connector 24">
            <a:extLst>
              <a:ext uri="{FF2B5EF4-FFF2-40B4-BE49-F238E27FC236}">
                <a16:creationId xmlns:a16="http://schemas.microsoft.com/office/drawing/2014/main" id="{F3B59AA3-C1BB-9640-A747-E20F3C8E661B}"/>
              </a:ext>
            </a:extLst>
          </p:cNvPr>
          <p:cNvCxnSpPr>
            <a:cxnSpLocks/>
          </p:cNvCxnSpPr>
          <p:nvPr userDrawn="1"/>
        </p:nvCxnSpPr>
        <p:spPr>
          <a:xfrm flipH="1">
            <a:off x="0" y="3656781"/>
            <a:ext cx="407341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itle 25">
            <a:extLst>
              <a:ext uri="{FF2B5EF4-FFF2-40B4-BE49-F238E27FC236}">
                <a16:creationId xmlns:a16="http://schemas.microsoft.com/office/drawing/2014/main" id="{3BB050B1-0740-EC4C-AD04-922A6A17C26A}"/>
              </a:ext>
            </a:extLst>
          </p:cNvPr>
          <p:cNvSpPr>
            <a:spLocks noGrp="1"/>
          </p:cNvSpPr>
          <p:nvPr>
            <p:ph type="title"/>
          </p:nvPr>
        </p:nvSpPr>
        <p:spPr>
          <a:xfrm>
            <a:off x="4499428" y="393054"/>
            <a:ext cx="7226323" cy="369332"/>
          </a:xfrm>
        </p:spPr>
        <p:txBody>
          <a:bodyPr/>
          <a:lstStyle>
            <a:lvl1pPr>
              <a:defRPr sz="2400"/>
            </a:lvl1pPr>
          </a:lstStyle>
          <a:p>
            <a:r>
              <a:rPr lang="en-US" dirty="0"/>
              <a:t>Click to edit Master title style</a:t>
            </a:r>
          </a:p>
        </p:txBody>
      </p:sp>
      <p:sp>
        <p:nvSpPr>
          <p:cNvPr id="28" name="Text Placeholder 27">
            <a:extLst>
              <a:ext uri="{FF2B5EF4-FFF2-40B4-BE49-F238E27FC236}">
                <a16:creationId xmlns:a16="http://schemas.microsoft.com/office/drawing/2014/main" id="{31934C9A-1209-4540-BD16-36DF3F878FB8}"/>
              </a:ext>
            </a:extLst>
          </p:cNvPr>
          <p:cNvSpPr>
            <a:spLocks noGrp="1"/>
          </p:cNvSpPr>
          <p:nvPr>
            <p:ph type="body" sz="quarter" idx="10" hasCustomPrompt="1"/>
          </p:nvPr>
        </p:nvSpPr>
        <p:spPr>
          <a:xfrm>
            <a:off x="495493" y="2178789"/>
            <a:ext cx="3124008" cy="1077218"/>
          </a:xfrm>
        </p:spPr>
        <p:txBody>
          <a:bodyPr/>
          <a:lstStyle>
            <a:lvl1pPr marL="0" indent="0">
              <a:buNone/>
              <a:defRPr sz="1400">
                <a:solidFill>
                  <a:schemeClr val="accent1"/>
                </a:solidFill>
                <a:latin typeface="+mj-lt"/>
              </a:defRPr>
            </a:lvl1pPr>
          </a:lstStyle>
          <a:p>
            <a:pPr lvl="0"/>
            <a:r>
              <a:rPr lang="en-US" dirty="0"/>
              <a:t>“Insert quote here. </a:t>
            </a:r>
            <a:r>
              <a:rPr lang="en-US" sz="1400" b="1" dirty="0">
                <a:solidFill>
                  <a:srgbClr val="5C5AD4"/>
                </a:solidFill>
                <a:latin typeface="Segoe UI Semibold" panose="020B0502040204020203" pitchFamily="34" charset="0"/>
                <a:cs typeface="Segoe UI Semibold" panose="020B0502040204020203" pitchFamily="34" charset="0"/>
              </a:rPr>
              <a:t>sit </a:t>
            </a:r>
            <a:r>
              <a:rPr lang="en-US" sz="1400" b="1" dirty="0" err="1">
                <a:solidFill>
                  <a:srgbClr val="5C5AD4"/>
                </a:solidFill>
                <a:latin typeface="Segoe UI Semibold" panose="020B0502040204020203" pitchFamily="34" charset="0"/>
                <a:cs typeface="Segoe UI Semibold" panose="020B0502040204020203" pitchFamily="34" charset="0"/>
              </a:rPr>
              <a:t>amet</a:t>
            </a:r>
            <a:r>
              <a:rPr lang="en-US" sz="1400" b="1" dirty="0">
                <a:solidFill>
                  <a:srgbClr val="5C5AD4"/>
                </a:solidFill>
                <a:latin typeface="Segoe UI Semibold" panose="020B0502040204020203" pitchFamily="34" charset="0"/>
                <a:cs typeface="Segoe UI Semibold" panose="020B0502040204020203" pitchFamily="34" charset="0"/>
              </a:rPr>
              <a:t>, cons </a:t>
            </a:r>
            <a:r>
              <a:rPr lang="en-US" sz="1400" b="1" dirty="0" err="1">
                <a:solidFill>
                  <a:srgbClr val="5C5AD4"/>
                </a:solidFill>
                <a:latin typeface="Segoe UI Semibold" panose="020B0502040204020203" pitchFamily="34" charset="0"/>
                <a:cs typeface="Segoe UI Semibold" panose="020B0502040204020203" pitchFamily="34" charset="0"/>
              </a:rPr>
              <a:t>ectetuer</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adipiscing</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elit</a:t>
            </a:r>
            <a:r>
              <a:rPr lang="en-US" sz="1400" b="1" dirty="0">
                <a:solidFill>
                  <a:srgbClr val="5C5AD4"/>
                </a:solidFill>
                <a:latin typeface="Segoe UI Semibold" panose="020B0502040204020203" pitchFamily="34" charset="0"/>
                <a:cs typeface="Segoe UI Semibold" panose="020B0502040204020203" pitchFamily="34" charset="0"/>
              </a:rPr>
              <a:t>, sed diam </a:t>
            </a:r>
            <a:r>
              <a:rPr lang="en-US" sz="1400" b="1" dirty="0" err="1">
                <a:solidFill>
                  <a:srgbClr val="5C5AD4"/>
                </a:solidFill>
                <a:latin typeface="Segoe UI Semibold" panose="020B0502040204020203" pitchFamily="34" charset="0"/>
                <a:cs typeface="Segoe UI Semibold" panose="020B0502040204020203" pitchFamily="34" charset="0"/>
              </a:rPr>
              <a:t>nonummy</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nibh</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euismod</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tincidunt</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ut</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laoreet</a:t>
            </a:r>
            <a:r>
              <a:rPr lang="en-US" sz="1400" b="1" dirty="0">
                <a:solidFill>
                  <a:srgbClr val="5C5AD4"/>
                </a:solidFill>
                <a:latin typeface="Segoe UI Semibold" panose="020B0502040204020203" pitchFamily="34" charset="0"/>
                <a:cs typeface="Segoe UI Semibold" panose="020B0502040204020203" pitchFamily="34" charset="0"/>
              </a:rPr>
              <a:t> dolore magna </a:t>
            </a:r>
            <a:r>
              <a:rPr lang="en-US" sz="1400" b="1" dirty="0" err="1">
                <a:solidFill>
                  <a:srgbClr val="5C5AD4"/>
                </a:solidFill>
                <a:latin typeface="Segoe UI Semibold" panose="020B0502040204020203" pitchFamily="34" charset="0"/>
                <a:cs typeface="Segoe UI Semibold" panose="020B0502040204020203" pitchFamily="34" charset="0"/>
              </a:rPr>
              <a:t>aliquam</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erat</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volutpat</a:t>
            </a:r>
            <a:r>
              <a:rPr lang="en-US" sz="1400" b="1" dirty="0">
                <a:solidFill>
                  <a:srgbClr val="5C5AD4"/>
                </a:solidFill>
                <a:latin typeface="Segoe UI Semibold" panose="020B0502040204020203" pitchFamily="34" charset="0"/>
                <a:cs typeface="Segoe UI Semibold" panose="020B0502040204020203" pitchFamily="34" charset="0"/>
              </a:rPr>
              <a:t>. Ut </a:t>
            </a:r>
            <a:r>
              <a:rPr lang="en-US" sz="1400" b="1" dirty="0" err="1">
                <a:solidFill>
                  <a:srgbClr val="5C5AD4"/>
                </a:solidFill>
                <a:latin typeface="Segoe UI Semibold" panose="020B0502040204020203" pitchFamily="34" charset="0"/>
                <a:cs typeface="Segoe UI Semibold" panose="020B0502040204020203" pitchFamily="34" charset="0"/>
              </a:rPr>
              <a:t>wisi</a:t>
            </a:r>
            <a:r>
              <a:rPr lang="en-US" sz="1400" b="1" dirty="0">
                <a:solidFill>
                  <a:srgbClr val="5C5AD4"/>
                </a:solidFill>
                <a:latin typeface="Segoe UI Semibold" panose="020B0502040204020203" pitchFamily="34" charset="0"/>
                <a:cs typeface="Segoe UI Semibold" panose="020B0502040204020203" pitchFamily="34" charset="0"/>
              </a:rPr>
              <a:t> </a:t>
            </a:r>
            <a:r>
              <a:rPr lang="en-US" sz="1400" b="1" dirty="0" err="1">
                <a:solidFill>
                  <a:srgbClr val="5C5AD4"/>
                </a:solidFill>
                <a:latin typeface="Segoe UI Semibold" panose="020B0502040204020203" pitchFamily="34" charset="0"/>
                <a:cs typeface="Segoe UI Semibold" panose="020B0502040204020203" pitchFamily="34" charset="0"/>
              </a:rPr>
              <a:t>enim</a:t>
            </a:r>
            <a:r>
              <a:rPr lang="en-US" sz="1400" b="1" dirty="0">
                <a:solidFill>
                  <a:srgbClr val="5C5AD4"/>
                </a:solidFill>
                <a:latin typeface="Segoe UI Semibold" panose="020B0502040204020203" pitchFamily="34" charset="0"/>
                <a:cs typeface="Segoe UI Semibold" panose="020B0502040204020203" pitchFamily="34" charset="0"/>
              </a:rPr>
              <a:t> ad minim.”</a:t>
            </a:r>
            <a:r>
              <a:rPr lang="en-US" dirty="0"/>
              <a:t> </a:t>
            </a:r>
          </a:p>
        </p:txBody>
      </p:sp>
      <p:sp>
        <p:nvSpPr>
          <p:cNvPr id="29" name="Text Placeholder 27">
            <a:extLst>
              <a:ext uri="{FF2B5EF4-FFF2-40B4-BE49-F238E27FC236}">
                <a16:creationId xmlns:a16="http://schemas.microsoft.com/office/drawing/2014/main" id="{A8AA121C-26FD-7749-A19C-55113E76D6E2}"/>
              </a:ext>
            </a:extLst>
          </p:cNvPr>
          <p:cNvSpPr>
            <a:spLocks noGrp="1"/>
          </p:cNvSpPr>
          <p:nvPr>
            <p:ph type="body" sz="quarter" idx="11" hasCustomPrompt="1"/>
          </p:nvPr>
        </p:nvSpPr>
        <p:spPr>
          <a:xfrm>
            <a:off x="508700" y="3331527"/>
            <a:ext cx="3162300" cy="123111"/>
          </a:xfrm>
        </p:spPr>
        <p:txBody>
          <a:bodyPr/>
          <a:lstStyle>
            <a:lvl1pPr marL="0" indent="0">
              <a:buNone/>
              <a:defRPr sz="800" b="1">
                <a:solidFill>
                  <a:schemeClr val="tx1"/>
                </a:solidFill>
                <a:latin typeface="+mn-lt"/>
              </a:defRPr>
            </a:lvl1pPr>
          </a:lstStyle>
          <a:p>
            <a:pPr lvl="0"/>
            <a:r>
              <a:rPr lang="en-US" dirty="0"/>
              <a:t>-Name, Position, Company</a:t>
            </a:r>
          </a:p>
        </p:txBody>
      </p:sp>
      <p:sp>
        <p:nvSpPr>
          <p:cNvPr id="31" name="Text Placeholder 30">
            <a:extLst>
              <a:ext uri="{FF2B5EF4-FFF2-40B4-BE49-F238E27FC236}">
                <a16:creationId xmlns:a16="http://schemas.microsoft.com/office/drawing/2014/main" id="{65D71074-93D7-3541-8C55-BE209AC9E485}"/>
              </a:ext>
            </a:extLst>
          </p:cNvPr>
          <p:cNvSpPr>
            <a:spLocks noGrp="1"/>
          </p:cNvSpPr>
          <p:nvPr>
            <p:ph type="body" sz="quarter" idx="12"/>
          </p:nvPr>
        </p:nvSpPr>
        <p:spPr>
          <a:xfrm>
            <a:off x="984455" y="4136354"/>
            <a:ext cx="2408237"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2" name="Text Placeholder 30">
            <a:extLst>
              <a:ext uri="{FF2B5EF4-FFF2-40B4-BE49-F238E27FC236}">
                <a16:creationId xmlns:a16="http://schemas.microsoft.com/office/drawing/2014/main" id="{96B8430B-713C-8E4A-9316-53A44ACA1CD8}"/>
              </a:ext>
            </a:extLst>
          </p:cNvPr>
          <p:cNvSpPr>
            <a:spLocks noGrp="1"/>
          </p:cNvSpPr>
          <p:nvPr>
            <p:ph type="body" sz="quarter" idx="13"/>
          </p:nvPr>
        </p:nvSpPr>
        <p:spPr>
          <a:xfrm>
            <a:off x="984455" y="4552539"/>
            <a:ext cx="2408237"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3" name="Text Placeholder 30">
            <a:extLst>
              <a:ext uri="{FF2B5EF4-FFF2-40B4-BE49-F238E27FC236}">
                <a16:creationId xmlns:a16="http://schemas.microsoft.com/office/drawing/2014/main" id="{D892C335-D563-1043-82EC-C0A5D9F3F0CE}"/>
              </a:ext>
            </a:extLst>
          </p:cNvPr>
          <p:cNvSpPr>
            <a:spLocks noGrp="1"/>
          </p:cNvSpPr>
          <p:nvPr>
            <p:ph type="body" sz="quarter" idx="14"/>
          </p:nvPr>
        </p:nvSpPr>
        <p:spPr>
          <a:xfrm>
            <a:off x="984455" y="4965574"/>
            <a:ext cx="2408237"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4" name="Text Placeholder 30">
            <a:extLst>
              <a:ext uri="{FF2B5EF4-FFF2-40B4-BE49-F238E27FC236}">
                <a16:creationId xmlns:a16="http://schemas.microsoft.com/office/drawing/2014/main" id="{4020D87B-9643-1642-9BC4-08416D25BAD0}"/>
              </a:ext>
            </a:extLst>
          </p:cNvPr>
          <p:cNvSpPr>
            <a:spLocks noGrp="1"/>
          </p:cNvSpPr>
          <p:nvPr>
            <p:ph type="body" sz="quarter" idx="15"/>
          </p:nvPr>
        </p:nvSpPr>
        <p:spPr>
          <a:xfrm>
            <a:off x="494597" y="5714782"/>
            <a:ext cx="3124005" cy="153888"/>
          </a:xfrm>
        </p:spPr>
        <p:txBody>
          <a:bodyPr wrap="square">
            <a:spAutoFit/>
          </a:bodyPr>
          <a:lstStyle>
            <a:lvl1pPr marL="0" indent="0">
              <a:buNone/>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p:txBody>
      </p:sp>
      <p:sp>
        <p:nvSpPr>
          <p:cNvPr id="36" name="Picture Placeholder 35">
            <a:extLst>
              <a:ext uri="{FF2B5EF4-FFF2-40B4-BE49-F238E27FC236}">
                <a16:creationId xmlns:a16="http://schemas.microsoft.com/office/drawing/2014/main" id="{27FC9C30-CC9D-6D43-B571-5E85C5467F92}"/>
              </a:ext>
            </a:extLst>
          </p:cNvPr>
          <p:cNvSpPr>
            <a:spLocks noGrp="1"/>
          </p:cNvSpPr>
          <p:nvPr>
            <p:ph type="pic" sz="quarter" idx="16"/>
          </p:nvPr>
        </p:nvSpPr>
        <p:spPr>
          <a:xfrm>
            <a:off x="0" y="-2058"/>
            <a:ext cx="4073412" cy="1780071"/>
          </a:xfrm>
        </p:spPr>
        <p:txBody>
          <a:bodyPr anchor="ctr">
            <a:noAutofit/>
          </a:bodyPr>
          <a:lstStyle>
            <a:lvl1pPr marL="0" indent="0" algn="ctr">
              <a:buNone/>
              <a:defRPr/>
            </a:lvl1pPr>
          </a:lstStyle>
          <a:p>
            <a:endParaRPr lang="en-US" dirty="0"/>
          </a:p>
        </p:txBody>
      </p:sp>
      <p:sp>
        <p:nvSpPr>
          <p:cNvPr id="37" name="Text Placeholder 30">
            <a:extLst>
              <a:ext uri="{FF2B5EF4-FFF2-40B4-BE49-F238E27FC236}">
                <a16:creationId xmlns:a16="http://schemas.microsoft.com/office/drawing/2014/main" id="{19E488E0-F33E-7E4B-86AA-53B8E7824A52}"/>
              </a:ext>
            </a:extLst>
          </p:cNvPr>
          <p:cNvSpPr>
            <a:spLocks noGrp="1"/>
          </p:cNvSpPr>
          <p:nvPr>
            <p:ph type="body" sz="quarter" idx="17"/>
          </p:nvPr>
        </p:nvSpPr>
        <p:spPr>
          <a:xfrm>
            <a:off x="4750464" y="3552727"/>
            <a:ext cx="6689061" cy="1302921"/>
          </a:xfrm>
        </p:spPr>
        <p:txBody>
          <a:bodyPr wrap="square">
            <a:spAutoFit/>
          </a:bodyPr>
          <a:lstStyle>
            <a:lvl1pPr marL="0" marR="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lang="en-US" sz="1000" smtClean="0">
                <a:latin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defTabSz="914367" fontAlgn="ctr">
              <a:spcAft>
                <a:spcPts val="800"/>
              </a:spcAft>
              <a:buClr>
                <a:srgbClr val="737373"/>
              </a:buClr>
              <a:buSzPct val="115000"/>
            </a:pPr>
            <a:r>
              <a:rPr lang="en-US" dirty="0"/>
              <a:t>Click to edit Master text styles</a:t>
            </a:r>
          </a:p>
          <a:p>
            <a:pPr marL="0" marR="0" lvl="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a:pPr>
            <a:r>
              <a:rPr lang="en-US" dirty="0"/>
              <a:t>Click to edit Master text styles</a:t>
            </a:r>
          </a:p>
          <a:p>
            <a:pPr marL="0" marR="0" lvl="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a:pPr>
            <a:r>
              <a:rPr lang="en-US" dirty="0"/>
              <a:t>Click to edit Master text styles</a:t>
            </a:r>
          </a:p>
          <a:p>
            <a:pPr marL="0" marR="0" lvl="0" indent="-171450" algn="l" defTabSz="914367" rtl="0" eaLnBrk="1" fontAlgn="ctr" latinLnBrk="0" hangingPunct="1">
              <a:lnSpc>
                <a:spcPct val="100000"/>
              </a:lnSpc>
              <a:spcBef>
                <a:spcPct val="20000"/>
              </a:spcBef>
              <a:spcAft>
                <a:spcPts val="800"/>
              </a:spcAft>
              <a:buClr>
                <a:srgbClr val="737373"/>
              </a:buClr>
              <a:buSzPct val="115000"/>
              <a:buFont typeface="Arial" panose="020B0604020202020204" pitchFamily="34" charset="0"/>
              <a:buChar char="•"/>
              <a:tabLst/>
              <a:defRPr/>
            </a:pPr>
            <a:r>
              <a:rPr lang="en-US" dirty="0"/>
              <a:t>Click to edit Master text styles</a:t>
            </a:r>
          </a:p>
          <a:p>
            <a:pPr marL="0" lvl="0" defTabSz="914367" fontAlgn="ctr">
              <a:spcAft>
                <a:spcPts val="800"/>
              </a:spcAft>
              <a:buClr>
                <a:srgbClr val="737373"/>
              </a:buClr>
              <a:buSzPct val="115000"/>
            </a:pPr>
            <a:endParaRPr lang="en-US" dirty="0"/>
          </a:p>
        </p:txBody>
      </p:sp>
      <p:sp>
        <p:nvSpPr>
          <p:cNvPr id="38" name="Text Placeholder 30">
            <a:extLst>
              <a:ext uri="{FF2B5EF4-FFF2-40B4-BE49-F238E27FC236}">
                <a16:creationId xmlns:a16="http://schemas.microsoft.com/office/drawing/2014/main" id="{88C68C30-FD07-FC45-941F-7B475728845E}"/>
              </a:ext>
            </a:extLst>
          </p:cNvPr>
          <p:cNvSpPr>
            <a:spLocks noGrp="1"/>
          </p:cNvSpPr>
          <p:nvPr>
            <p:ph type="body" sz="quarter" idx="18"/>
          </p:nvPr>
        </p:nvSpPr>
        <p:spPr>
          <a:xfrm>
            <a:off x="4689680" y="1573698"/>
            <a:ext cx="3149395" cy="153888"/>
          </a:xfrm>
        </p:spPr>
        <p:txBody>
          <a:bodyPr wrap="square">
            <a:spAutoFit/>
          </a:bodyPr>
          <a:lstStyle>
            <a:lvl1pPr marL="0" indent="0">
              <a:buNone/>
              <a:defRPr lang="en-US" sz="1000" kern="1200" dirty="0" smtClean="0">
                <a:solidFill>
                  <a:schemeClr val="bg1"/>
                </a:solidFill>
                <a:latin typeface="Segoe UI" panose="020B0502040204020203" pitchFamily="34" charset="0"/>
                <a:ea typeface="+mn-ea"/>
                <a:cs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algn="l" defTabSz="914367" rtl="0" eaLnBrk="1" fontAlgn="ctr" latinLnBrk="0" hangingPunct="1">
              <a:spcAft>
                <a:spcPts val="600"/>
              </a:spcAft>
              <a:buClr>
                <a:srgbClr val="737373"/>
              </a:buClr>
              <a:buSzPct val="115000"/>
              <a:defRPr/>
            </a:pPr>
            <a:r>
              <a:rPr lang="en-US" dirty="0"/>
              <a:t>Click to edit Master text styles</a:t>
            </a:r>
          </a:p>
        </p:txBody>
      </p:sp>
      <p:sp>
        <p:nvSpPr>
          <p:cNvPr id="39" name="Text Placeholder 30">
            <a:extLst>
              <a:ext uri="{FF2B5EF4-FFF2-40B4-BE49-F238E27FC236}">
                <a16:creationId xmlns:a16="http://schemas.microsoft.com/office/drawing/2014/main" id="{A052B859-8C93-484B-B923-1F502313696C}"/>
              </a:ext>
            </a:extLst>
          </p:cNvPr>
          <p:cNvSpPr>
            <a:spLocks noGrp="1"/>
          </p:cNvSpPr>
          <p:nvPr>
            <p:ph type="body" sz="quarter" idx="19"/>
          </p:nvPr>
        </p:nvSpPr>
        <p:spPr>
          <a:xfrm>
            <a:off x="8499681" y="1573697"/>
            <a:ext cx="2949370" cy="153888"/>
          </a:xfrm>
        </p:spPr>
        <p:txBody>
          <a:bodyPr wrap="square">
            <a:spAutoFit/>
          </a:bodyPr>
          <a:lstStyle>
            <a:lvl1pPr marL="0" indent="0">
              <a:buNone/>
              <a:defRPr lang="en-US" sz="1000" kern="1200" dirty="0" smtClean="0">
                <a:solidFill>
                  <a:schemeClr val="bg1"/>
                </a:solidFill>
                <a:latin typeface="Segoe UI" panose="020B0502040204020203" pitchFamily="34" charset="0"/>
                <a:ea typeface="+mn-ea"/>
                <a:cs typeface="Segoe UI" panose="020B0502040204020203" pitchFamily="34" charset="0"/>
              </a:defRPr>
            </a:lvl1pPr>
            <a:lvl2pPr>
              <a:defRPr lang="en-US" sz="1765" smtClean="0"/>
            </a:lvl2pPr>
            <a:lvl3pPr>
              <a:defRPr lang="en-US" sz="1765" smtClean="0"/>
            </a:lvl3pPr>
            <a:lvl4pPr>
              <a:defRPr lang="en-US" sz="1765" smtClean="0"/>
            </a:lvl4pPr>
            <a:lvl5pPr>
              <a:defRPr lang="en-US" sz="1765"/>
            </a:lvl5pPr>
          </a:lstStyle>
          <a:p>
            <a:pPr marL="0" lvl="0" algn="l" defTabSz="914367" rtl="0" eaLnBrk="1" fontAlgn="ctr" latinLnBrk="0" hangingPunct="1">
              <a:spcAft>
                <a:spcPts val="600"/>
              </a:spcAft>
              <a:buClr>
                <a:srgbClr val="737373"/>
              </a:buClr>
              <a:buSzPct val="115000"/>
              <a:defRPr/>
            </a:pPr>
            <a:r>
              <a:rPr lang="en-US" dirty="0"/>
              <a:t>Click to edit Master text styles</a:t>
            </a:r>
          </a:p>
        </p:txBody>
      </p:sp>
      <p:sp>
        <p:nvSpPr>
          <p:cNvPr id="40" name="Text Placeholder 30">
            <a:extLst>
              <a:ext uri="{FF2B5EF4-FFF2-40B4-BE49-F238E27FC236}">
                <a16:creationId xmlns:a16="http://schemas.microsoft.com/office/drawing/2014/main" id="{CA983801-7483-F94C-A0F3-8C8825DB3AAA}"/>
              </a:ext>
            </a:extLst>
          </p:cNvPr>
          <p:cNvSpPr>
            <a:spLocks noGrp="1"/>
          </p:cNvSpPr>
          <p:nvPr>
            <p:ph type="body" sz="quarter" idx="20" hasCustomPrompt="1"/>
          </p:nvPr>
        </p:nvSpPr>
        <p:spPr>
          <a:xfrm>
            <a:off x="4527755" y="6073380"/>
            <a:ext cx="5387770" cy="184666"/>
          </a:xfrm>
        </p:spPr>
        <p:txBody>
          <a:bodyPr wrap="square">
            <a:spAutoFit/>
          </a:bodyPr>
          <a:lstStyle>
            <a:lvl1pPr marL="0" marR="0" indent="0" algn="l" defTabSz="914367" rtl="0" eaLnBrk="1" fontAlgn="auto" latinLnBrk="0" hangingPunct="1">
              <a:lnSpc>
                <a:spcPct val="100000"/>
              </a:lnSpc>
              <a:spcBef>
                <a:spcPts val="0"/>
              </a:spcBef>
              <a:spcAft>
                <a:spcPts val="300"/>
              </a:spcAft>
              <a:buClr>
                <a:srgbClr val="737373"/>
              </a:buClr>
              <a:buSzPct val="115000"/>
              <a:buFontTx/>
              <a:buNone/>
              <a:tabLst/>
              <a:defRPr lang="en-US" sz="1200" u="sng">
                <a:solidFill>
                  <a:schemeClr val="accent1"/>
                </a:solidFill>
                <a:latin typeface="+mj-lt"/>
              </a:defRPr>
            </a:lvl1pPr>
            <a:lvl2pPr>
              <a:defRPr lang="en-US" sz="1765" smtClean="0"/>
            </a:lvl2pPr>
            <a:lvl3pPr>
              <a:defRPr lang="en-US" sz="1765" smtClean="0"/>
            </a:lvl3pPr>
            <a:lvl4pPr>
              <a:defRPr lang="en-US" sz="1765" smtClean="0"/>
            </a:lvl4pPr>
            <a:lvl5pPr>
              <a:defRPr lang="en-US" sz="1765"/>
            </a:lvl5pPr>
          </a:lstStyle>
          <a:p>
            <a:pPr marL="0" marR="0" lvl="0" indent="0" algn="l" defTabSz="914367" rtl="0" eaLnBrk="1" fontAlgn="auto" latinLnBrk="0" hangingPunct="1">
              <a:lnSpc>
                <a:spcPct val="100000"/>
              </a:lnSpc>
              <a:spcBef>
                <a:spcPts val="0"/>
              </a:spcBef>
              <a:spcAft>
                <a:spcPts val="300"/>
              </a:spcAft>
              <a:buClr>
                <a:srgbClr val="737373"/>
              </a:buClr>
              <a:buSzPct val="115000"/>
              <a:buFontTx/>
              <a:buNone/>
              <a:tabLst/>
              <a:defRPr/>
            </a:pPr>
            <a:r>
              <a:rPr kumimoji="0" lang="en-US" sz="1200" b="1" i="0" u="none" strike="noStrike" kern="1200" cap="none" spc="0" normalizeH="0" baseline="0" noProof="0" dirty="0">
                <a:ln>
                  <a:noFill/>
                </a:ln>
                <a:solidFill>
                  <a:srgbClr val="5C5AD4"/>
                </a:solidFill>
                <a:effectLst/>
                <a:uLnTx/>
                <a:uFillTx/>
                <a:latin typeface="Segoe UI Semibold" panose="020B0502040204020203" pitchFamily="34" charset="0"/>
                <a:ea typeface="+mn-ea"/>
                <a:cs typeface="Segoe UI Semibold" panose="020B0502040204020203" pitchFamily="34" charset="0"/>
              </a:rPr>
              <a:t>View &lt;partner solution LINK&gt; on AppSource</a:t>
            </a:r>
            <a:endParaRPr kumimoji="0" lang="en-US" sz="1200" b="1" i="0" u="sng" strike="noStrike" kern="1200" cap="none" spc="0" normalizeH="0" baseline="0" noProof="0" dirty="0">
              <a:ln>
                <a:noFill/>
              </a:ln>
              <a:solidFill>
                <a:srgbClr val="5C5AD4"/>
              </a:solidFill>
              <a:effectLst/>
              <a:uLnTx/>
              <a:uFillTx/>
              <a:latin typeface="Segoe UI Semibold" panose="020B0502040204020203" pitchFamily="34" charset="0"/>
              <a:ea typeface="+mn-ea"/>
              <a:cs typeface="Segoe UI Semibold" panose="020B0502040204020203" pitchFamily="34" charset="0"/>
            </a:endParaRPr>
          </a:p>
        </p:txBody>
      </p:sp>
      <p:sp>
        <p:nvSpPr>
          <p:cNvPr id="41" name="Picture Placeholder 35">
            <a:extLst>
              <a:ext uri="{FF2B5EF4-FFF2-40B4-BE49-F238E27FC236}">
                <a16:creationId xmlns:a16="http://schemas.microsoft.com/office/drawing/2014/main" id="{64973468-6FF0-8C4D-9969-D3750EB16200}"/>
              </a:ext>
            </a:extLst>
          </p:cNvPr>
          <p:cNvSpPr>
            <a:spLocks noGrp="1"/>
          </p:cNvSpPr>
          <p:nvPr>
            <p:ph type="pic" sz="quarter" idx="21" hasCustomPrompt="1"/>
          </p:nvPr>
        </p:nvSpPr>
        <p:spPr>
          <a:xfrm>
            <a:off x="11171189" y="6327199"/>
            <a:ext cx="827327" cy="400110"/>
          </a:xfrm>
        </p:spPr>
        <p:txBody>
          <a:bodyPr anchor="ctr">
            <a:noAutofit/>
          </a:bodyPr>
          <a:lstStyle>
            <a:lvl1pPr marL="0" indent="0" algn="ctr">
              <a:buNone/>
              <a:defRPr sz="800">
                <a:solidFill>
                  <a:schemeClr val="tx2"/>
                </a:solidFill>
              </a:defRPr>
            </a:lvl1pPr>
          </a:lstStyle>
          <a:p>
            <a:r>
              <a:rPr lang="en-US" dirty="0"/>
              <a:t>Partner logo</a:t>
            </a:r>
          </a:p>
        </p:txBody>
      </p:sp>
    </p:spTree>
    <p:extLst>
      <p:ext uri="{BB962C8B-B14F-4D97-AF65-F5344CB8AC3E}">
        <p14:creationId xmlns:p14="http://schemas.microsoft.com/office/powerpoint/2010/main" val="36012451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6D7658-46FD-4847-A791-B4E49212E7E8}"/>
              </a:ext>
            </a:extLst>
          </p:cNvPr>
          <p:cNvSpPr>
            <a:spLocks noGrp="1"/>
          </p:cNvSpPr>
          <p:nvPr>
            <p:ph type="dt" sz="half" idx="10"/>
          </p:nvPr>
        </p:nvSpPr>
        <p:spPr/>
        <p:txBody>
          <a:bodyPr/>
          <a:lstStyle/>
          <a:p>
            <a:fld id="{599A46B9-8934-4E7F-8B29-9C95FB870A17}" type="datetimeFigureOut">
              <a:rPr lang="en-US" smtClean="0"/>
              <a:t>2/22/2024</a:t>
            </a:fld>
            <a:endParaRPr lang="en-US"/>
          </a:p>
        </p:txBody>
      </p:sp>
      <p:sp>
        <p:nvSpPr>
          <p:cNvPr id="3" name="Footer Placeholder 2">
            <a:extLst>
              <a:ext uri="{FF2B5EF4-FFF2-40B4-BE49-F238E27FC236}">
                <a16:creationId xmlns:a16="http://schemas.microsoft.com/office/drawing/2014/main" id="{2E881A64-EB29-42CF-BD23-29038AF331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5645B2-00FD-4955-A7ED-92F5BC63E1CF}"/>
              </a:ext>
            </a:extLst>
          </p:cNvPr>
          <p:cNvSpPr>
            <a:spLocks noGrp="1"/>
          </p:cNvSpPr>
          <p:nvPr>
            <p:ph type="sldNum" sz="quarter" idx="12"/>
          </p:nvPr>
        </p:nvSpPr>
        <p:spPr/>
        <p:txBody>
          <a:bodyPr/>
          <a:lstStyle/>
          <a:p>
            <a:fld id="{0930206E-E73D-41E0-A876-415FCB263391}" type="slidenum">
              <a:rPr lang="en-US" smtClean="0"/>
              <a:t>‹#›</a:t>
            </a:fld>
            <a:endParaRPr lang="en-US"/>
          </a:p>
        </p:txBody>
      </p:sp>
    </p:spTree>
    <p:extLst>
      <p:ext uri="{BB962C8B-B14F-4D97-AF65-F5344CB8AC3E}">
        <p14:creationId xmlns:p14="http://schemas.microsoft.com/office/powerpoint/2010/main" val="1079666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804001453"/>
      </p:ext>
    </p:extLst>
  </p:cSld>
  <p:clrMap bg1="lt1" tx1="dk1" bg2="lt2" tx2="dk2" accent1="accent1" accent2="accent2" accent3="accent3" accent4="accent4" accent5="accent5" accent6="accent6" hlink="hlink" folHlink="folHlink"/>
  <p:sldLayoutIdLst>
    <p:sldLayoutId id="2147485492" r:id="rId1"/>
    <p:sldLayoutId id="2147485518" r:id="rId2"/>
    <p:sldLayoutId id="2147485526" r:id="rId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E6E6E6"/>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608794279"/>
      </p:ext>
    </p:extLst>
  </p:cSld>
  <p:clrMap bg1="lt1" tx1="dk1" bg2="lt2" tx2="dk2" accent1="accent1" accent2="accent2" accent3="accent3" accent4="accent4" accent5="accent5" accent6="accent6" hlink="hlink" folHlink="folHlink"/>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appsource.microsoft.com/en-us/product/web-apps/autopilotworkflowsolutions.autopilot?tab=Overview" TargetMode="External"/><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ounded Rectangle 29">
            <a:extLst>
              <a:ext uri="{FF2B5EF4-FFF2-40B4-BE49-F238E27FC236}">
                <a16:creationId xmlns:a16="http://schemas.microsoft.com/office/drawing/2014/main" id="{88609446-F299-BF46-BF82-2B7B528C221F}"/>
              </a:ext>
            </a:extLst>
          </p:cNvPr>
          <p:cNvSpPr/>
          <p:nvPr/>
        </p:nvSpPr>
        <p:spPr>
          <a:xfrm rot="10800000">
            <a:off x="3384755" y="1763116"/>
            <a:ext cx="4352226" cy="1757310"/>
          </a:xfrm>
          <a:prstGeom prst="roundRect">
            <a:avLst>
              <a:gd name="adj" fmla="val 5513"/>
            </a:avLst>
          </a:prstGeom>
          <a:solidFill>
            <a:srgbClr val="7BB5C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a:extLst>
              <a:ext uri="{FF2B5EF4-FFF2-40B4-BE49-F238E27FC236}">
                <a16:creationId xmlns:a16="http://schemas.microsoft.com/office/drawing/2014/main" id="{E4819202-6884-D243-9BAE-5DFCDEC8823A}"/>
              </a:ext>
            </a:extLst>
          </p:cNvPr>
          <p:cNvSpPr/>
          <p:nvPr/>
        </p:nvSpPr>
        <p:spPr>
          <a:xfrm>
            <a:off x="436192" y="1763116"/>
            <a:ext cx="3501628" cy="1764685"/>
          </a:xfrm>
          <a:custGeom>
            <a:avLst/>
            <a:gdLst>
              <a:gd name="connsiteX0" fmla="*/ 105237 w 3811430"/>
              <a:gd name="connsiteY0" fmla="*/ 0 h 1908887"/>
              <a:gd name="connsiteX1" fmla="*/ 152400 w 3811430"/>
              <a:gd name="connsiteY1" fmla="*/ 0 h 1908887"/>
              <a:gd name="connsiteX2" fmla="*/ 3553793 w 3811430"/>
              <a:gd name="connsiteY2" fmla="*/ 0 h 1908887"/>
              <a:gd name="connsiteX3" fmla="*/ 3669791 w 3811430"/>
              <a:gd name="connsiteY3" fmla="*/ 0 h 1908887"/>
              <a:gd name="connsiteX4" fmla="*/ 3811430 w 3811430"/>
              <a:gd name="connsiteY4" fmla="*/ 954444 h 1908887"/>
              <a:gd name="connsiteX5" fmla="*/ 3669791 w 3811430"/>
              <a:gd name="connsiteY5" fmla="*/ 1908887 h 1908887"/>
              <a:gd name="connsiteX6" fmla="*/ 3553793 w 3811430"/>
              <a:gd name="connsiteY6" fmla="*/ 1908887 h 1908887"/>
              <a:gd name="connsiteX7" fmla="*/ 152400 w 3811430"/>
              <a:gd name="connsiteY7" fmla="*/ 1908887 h 1908887"/>
              <a:gd name="connsiteX8" fmla="*/ 105237 w 3811430"/>
              <a:gd name="connsiteY8" fmla="*/ 1908887 h 1908887"/>
              <a:gd name="connsiteX9" fmla="*/ 0 w 3811430"/>
              <a:gd name="connsiteY9" fmla="*/ 1803650 h 1908887"/>
              <a:gd name="connsiteX10" fmla="*/ 0 w 3811430"/>
              <a:gd name="connsiteY10" fmla="*/ 105237 h 1908887"/>
              <a:gd name="connsiteX11" fmla="*/ 105237 w 3811430"/>
              <a:gd name="connsiteY11" fmla="*/ 0 h 1908887"/>
              <a:gd name="connsiteX0" fmla="*/ 105237 w 3811430"/>
              <a:gd name="connsiteY0" fmla="*/ 0 h 1908887"/>
              <a:gd name="connsiteX1" fmla="*/ 152400 w 3811430"/>
              <a:gd name="connsiteY1" fmla="*/ 0 h 1908887"/>
              <a:gd name="connsiteX2" fmla="*/ 3553793 w 3811430"/>
              <a:gd name="connsiteY2" fmla="*/ 0 h 1908887"/>
              <a:gd name="connsiteX3" fmla="*/ 3415931 w 3811430"/>
              <a:gd name="connsiteY3" fmla="*/ 0 h 1908887"/>
              <a:gd name="connsiteX4" fmla="*/ 3811430 w 3811430"/>
              <a:gd name="connsiteY4" fmla="*/ 954444 h 1908887"/>
              <a:gd name="connsiteX5" fmla="*/ 3669791 w 3811430"/>
              <a:gd name="connsiteY5" fmla="*/ 1908887 h 1908887"/>
              <a:gd name="connsiteX6" fmla="*/ 3553793 w 3811430"/>
              <a:gd name="connsiteY6" fmla="*/ 1908887 h 1908887"/>
              <a:gd name="connsiteX7" fmla="*/ 152400 w 3811430"/>
              <a:gd name="connsiteY7" fmla="*/ 1908887 h 1908887"/>
              <a:gd name="connsiteX8" fmla="*/ 105237 w 3811430"/>
              <a:gd name="connsiteY8" fmla="*/ 1908887 h 1908887"/>
              <a:gd name="connsiteX9" fmla="*/ 0 w 3811430"/>
              <a:gd name="connsiteY9" fmla="*/ 1803650 h 1908887"/>
              <a:gd name="connsiteX10" fmla="*/ 0 w 3811430"/>
              <a:gd name="connsiteY10" fmla="*/ 105237 h 1908887"/>
              <a:gd name="connsiteX11" fmla="*/ 105237 w 3811430"/>
              <a:gd name="connsiteY11" fmla="*/ 0 h 1908887"/>
              <a:gd name="connsiteX0" fmla="*/ 105237 w 3811430"/>
              <a:gd name="connsiteY0" fmla="*/ 0 h 1940928"/>
              <a:gd name="connsiteX1" fmla="*/ 152400 w 3811430"/>
              <a:gd name="connsiteY1" fmla="*/ 0 h 1940928"/>
              <a:gd name="connsiteX2" fmla="*/ 3553793 w 3811430"/>
              <a:gd name="connsiteY2" fmla="*/ 0 h 1940928"/>
              <a:gd name="connsiteX3" fmla="*/ 3415931 w 3811430"/>
              <a:gd name="connsiteY3" fmla="*/ 0 h 1940928"/>
              <a:gd name="connsiteX4" fmla="*/ 3811430 w 3811430"/>
              <a:gd name="connsiteY4" fmla="*/ 954444 h 1940928"/>
              <a:gd name="connsiteX5" fmla="*/ 3383174 w 3811430"/>
              <a:gd name="connsiteY5" fmla="*/ 1940928 h 1940928"/>
              <a:gd name="connsiteX6" fmla="*/ 3553793 w 3811430"/>
              <a:gd name="connsiteY6" fmla="*/ 1908887 h 1940928"/>
              <a:gd name="connsiteX7" fmla="*/ 152400 w 3811430"/>
              <a:gd name="connsiteY7" fmla="*/ 1908887 h 1940928"/>
              <a:gd name="connsiteX8" fmla="*/ 105237 w 3811430"/>
              <a:gd name="connsiteY8" fmla="*/ 1908887 h 1940928"/>
              <a:gd name="connsiteX9" fmla="*/ 0 w 3811430"/>
              <a:gd name="connsiteY9" fmla="*/ 1803650 h 1940928"/>
              <a:gd name="connsiteX10" fmla="*/ 0 w 3811430"/>
              <a:gd name="connsiteY10" fmla="*/ 105237 h 1940928"/>
              <a:gd name="connsiteX11" fmla="*/ 105237 w 3811430"/>
              <a:gd name="connsiteY11" fmla="*/ 0 h 1940928"/>
              <a:gd name="connsiteX0" fmla="*/ 105237 w 3811430"/>
              <a:gd name="connsiteY0" fmla="*/ 0 h 1940928"/>
              <a:gd name="connsiteX1" fmla="*/ 152400 w 3811430"/>
              <a:gd name="connsiteY1" fmla="*/ 0 h 1940928"/>
              <a:gd name="connsiteX2" fmla="*/ 3553793 w 3811430"/>
              <a:gd name="connsiteY2" fmla="*/ 0 h 1940928"/>
              <a:gd name="connsiteX3" fmla="*/ 3415931 w 3811430"/>
              <a:gd name="connsiteY3" fmla="*/ 0 h 1940928"/>
              <a:gd name="connsiteX4" fmla="*/ 3811430 w 3811430"/>
              <a:gd name="connsiteY4" fmla="*/ 954444 h 1940928"/>
              <a:gd name="connsiteX5" fmla="*/ 3383174 w 3811430"/>
              <a:gd name="connsiteY5" fmla="*/ 1940928 h 1940928"/>
              <a:gd name="connsiteX6" fmla="*/ 152400 w 3811430"/>
              <a:gd name="connsiteY6" fmla="*/ 1908887 h 1940928"/>
              <a:gd name="connsiteX7" fmla="*/ 105237 w 3811430"/>
              <a:gd name="connsiteY7" fmla="*/ 1908887 h 1940928"/>
              <a:gd name="connsiteX8" fmla="*/ 0 w 3811430"/>
              <a:gd name="connsiteY8" fmla="*/ 1803650 h 1940928"/>
              <a:gd name="connsiteX9" fmla="*/ 0 w 3811430"/>
              <a:gd name="connsiteY9" fmla="*/ 105237 h 1940928"/>
              <a:gd name="connsiteX10" fmla="*/ 105237 w 3811430"/>
              <a:gd name="connsiteY10" fmla="*/ 0 h 1940928"/>
              <a:gd name="connsiteX0" fmla="*/ 105237 w 3811430"/>
              <a:gd name="connsiteY0" fmla="*/ 0 h 1908887"/>
              <a:gd name="connsiteX1" fmla="*/ 152400 w 3811430"/>
              <a:gd name="connsiteY1" fmla="*/ 0 h 1908887"/>
              <a:gd name="connsiteX2" fmla="*/ 3553793 w 3811430"/>
              <a:gd name="connsiteY2" fmla="*/ 0 h 1908887"/>
              <a:gd name="connsiteX3" fmla="*/ 3415931 w 3811430"/>
              <a:gd name="connsiteY3" fmla="*/ 0 h 1908887"/>
              <a:gd name="connsiteX4" fmla="*/ 3811430 w 3811430"/>
              <a:gd name="connsiteY4" fmla="*/ 954444 h 1908887"/>
              <a:gd name="connsiteX5" fmla="*/ 3399552 w 3811430"/>
              <a:gd name="connsiteY5" fmla="*/ 1900877 h 1908887"/>
              <a:gd name="connsiteX6" fmla="*/ 152400 w 3811430"/>
              <a:gd name="connsiteY6" fmla="*/ 1908887 h 1908887"/>
              <a:gd name="connsiteX7" fmla="*/ 105237 w 3811430"/>
              <a:gd name="connsiteY7" fmla="*/ 1908887 h 1908887"/>
              <a:gd name="connsiteX8" fmla="*/ 0 w 3811430"/>
              <a:gd name="connsiteY8" fmla="*/ 1803650 h 1908887"/>
              <a:gd name="connsiteX9" fmla="*/ 0 w 3811430"/>
              <a:gd name="connsiteY9" fmla="*/ 105237 h 1908887"/>
              <a:gd name="connsiteX10" fmla="*/ 105237 w 3811430"/>
              <a:gd name="connsiteY10" fmla="*/ 0 h 1908887"/>
              <a:gd name="connsiteX0" fmla="*/ 105237 w 3811430"/>
              <a:gd name="connsiteY0" fmla="*/ 0 h 1908887"/>
              <a:gd name="connsiteX1" fmla="*/ 152400 w 3811430"/>
              <a:gd name="connsiteY1" fmla="*/ 0 h 1908887"/>
              <a:gd name="connsiteX2" fmla="*/ 3415931 w 3811430"/>
              <a:gd name="connsiteY2" fmla="*/ 0 h 1908887"/>
              <a:gd name="connsiteX3" fmla="*/ 3811430 w 3811430"/>
              <a:gd name="connsiteY3" fmla="*/ 954444 h 1908887"/>
              <a:gd name="connsiteX4" fmla="*/ 3399552 w 3811430"/>
              <a:gd name="connsiteY4" fmla="*/ 1900877 h 1908887"/>
              <a:gd name="connsiteX5" fmla="*/ 152400 w 3811430"/>
              <a:gd name="connsiteY5" fmla="*/ 1908887 h 1908887"/>
              <a:gd name="connsiteX6" fmla="*/ 105237 w 3811430"/>
              <a:gd name="connsiteY6" fmla="*/ 1908887 h 1908887"/>
              <a:gd name="connsiteX7" fmla="*/ 0 w 3811430"/>
              <a:gd name="connsiteY7" fmla="*/ 1803650 h 1908887"/>
              <a:gd name="connsiteX8" fmla="*/ 0 w 3811430"/>
              <a:gd name="connsiteY8" fmla="*/ 105237 h 1908887"/>
              <a:gd name="connsiteX9" fmla="*/ 105237 w 3811430"/>
              <a:gd name="connsiteY9" fmla="*/ 0 h 1908887"/>
              <a:gd name="connsiteX0" fmla="*/ 105237 w 3811430"/>
              <a:gd name="connsiteY0" fmla="*/ 0 h 1908887"/>
              <a:gd name="connsiteX1" fmla="*/ 152400 w 3811430"/>
              <a:gd name="connsiteY1" fmla="*/ 0 h 1908887"/>
              <a:gd name="connsiteX2" fmla="*/ 3415931 w 3811430"/>
              <a:gd name="connsiteY2" fmla="*/ 0 h 1908887"/>
              <a:gd name="connsiteX3" fmla="*/ 3811430 w 3811430"/>
              <a:gd name="connsiteY3" fmla="*/ 922402 h 1908887"/>
              <a:gd name="connsiteX4" fmla="*/ 3399552 w 3811430"/>
              <a:gd name="connsiteY4" fmla="*/ 1900877 h 1908887"/>
              <a:gd name="connsiteX5" fmla="*/ 152400 w 3811430"/>
              <a:gd name="connsiteY5" fmla="*/ 1908887 h 1908887"/>
              <a:gd name="connsiteX6" fmla="*/ 105237 w 3811430"/>
              <a:gd name="connsiteY6" fmla="*/ 1908887 h 1908887"/>
              <a:gd name="connsiteX7" fmla="*/ 0 w 3811430"/>
              <a:gd name="connsiteY7" fmla="*/ 1803650 h 1908887"/>
              <a:gd name="connsiteX8" fmla="*/ 0 w 3811430"/>
              <a:gd name="connsiteY8" fmla="*/ 105237 h 1908887"/>
              <a:gd name="connsiteX9" fmla="*/ 105237 w 3811430"/>
              <a:gd name="connsiteY9" fmla="*/ 0 h 19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1430" h="1908887">
                <a:moveTo>
                  <a:pt x="105237" y="0"/>
                </a:moveTo>
                <a:lnTo>
                  <a:pt x="152400" y="0"/>
                </a:lnTo>
                <a:lnTo>
                  <a:pt x="3415931" y="0"/>
                </a:lnTo>
                <a:lnTo>
                  <a:pt x="3811430" y="922402"/>
                </a:lnTo>
                <a:lnTo>
                  <a:pt x="3399552" y="1900877"/>
                </a:lnTo>
                <a:lnTo>
                  <a:pt x="152400" y="1908887"/>
                </a:lnTo>
                <a:lnTo>
                  <a:pt x="105237" y="1908887"/>
                </a:lnTo>
                <a:cubicBezTo>
                  <a:pt x="47116" y="1908887"/>
                  <a:pt x="0" y="1861771"/>
                  <a:pt x="0" y="1803650"/>
                </a:cubicBezTo>
                <a:lnTo>
                  <a:pt x="0" y="105237"/>
                </a:lnTo>
                <a:cubicBezTo>
                  <a:pt x="0" y="47116"/>
                  <a:pt x="47116" y="0"/>
                  <a:pt x="105237" y="0"/>
                </a:cubicBezTo>
                <a:close/>
              </a:path>
            </a:pathLst>
          </a:custGeom>
          <a:solidFill>
            <a:srgbClr val="5C5AD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Rectangle 31">
            <a:extLst>
              <a:ext uri="{FF2B5EF4-FFF2-40B4-BE49-F238E27FC236}">
                <a16:creationId xmlns:a16="http://schemas.microsoft.com/office/drawing/2014/main" id="{DA4CF9EE-F6C7-B044-B135-25E294037E31}"/>
              </a:ext>
            </a:extLst>
          </p:cNvPr>
          <p:cNvSpPr/>
          <p:nvPr/>
        </p:nvSpPr>
        <p:spPr>
          <a:xfrm>
            <a:off x="4077220" y="1907868"/>
            <a:ext cx="3460057" cy="1612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600" b="1" dirty="0">
                <a:solidFill>
                  <a:schemeClr val="bg1"/>
                </a:solidFill>
                <a:latin typeface="Segoe UI Semibold" panose="020B0502040204020203" pitchFamily="34" charset="0"/>
                <a:cs typeface="Segoe UI Semibold" panose="020B0502040204020203" pitchFamily="34" charset="0"/>
              </a:rPr>
              <a:t>The solution</a:t>
            </a:r>
          </a:p>
          <a:p>
            <a:pPr lvl="0">
              <a:spcAft>
                <a:spcPts val="600"/>
              </a:spcAft>
              <a:buClr>
                <a:srgbClr val="737373"/>
              </a:buClr>
              <a:buSzPct val="115000"/>
              <a:defRPr/>
            </a:pPr>
            <a:r>
              <a:rPr lang="en-US" sz="1000" dirty="0">
                <a:solidFill>
                  <a:schemeClr val="bg1"/>
                </a:solidFill>
                <a:latin typeface="Segoe UI" panose="020B0502040204020203" pitchFamily="34" charset="0"/>
                <a:cs typeface="Segoe UI" panose="020B0502040204020203" pitchFamily="34" charset="0"/>
              </a:rPr>
              <a:t>The CBF team turned to Autopilot for a solution that met its unique workflow requirements and integrated directly into Microsoft Teams. Since Autopilot functions inside of the apps, such as Teams, that employees frequently use, </a:t>
            </a:r>
            <a:r>
              <a:rPr lang="en-US" sz="1000" b="1" dirty="0">
                <a:solidFill>
                  <a:schemeClr val="bg1"/>
                </a:solidFill>
                <a:latin typeface="Segoe UI" panose="020B0502040204020203" pitchFamily="34" charset="0"/>
                <a:cs typeface="Segoe UI" panose="020B0502040204020203" pitchFamily="34" charset="0"/>
              </a:rPr>
              <a:t>CBF was able to roll it out within the organization very quickly</a:t>
            </a:r>
            <a:r>
              <a:rPr lang="en-US" sz="1000" dirty="0">
                <a:solidFill>
                  <a:schemeClr val="bg1"/>
                </a:solidFill>
                <a:latin typeface="Segoe UI" panose="020B0502040204020203" pitchFamily="34" charset="0"/>
                <a:cs typeface="Segoe UI" panose="020B0502040204020203" pitchFamily="34" charset="0"/>
              </a:rPr>
              <a:t>. The system allows employees to get tasks approved efficiently while maintaining enterprise-standard controls.</a:t>
            </a:r>
          </a:p>
        </p:txBody>
      </p:sp>
      <p:sp>
        <p:nvSpPr>
          <p:cNvPr id="31" name="Rectangle 30">
            <a:extLst>
              <a:ext uri="{FF2B5EF4-FFF2-40B4-BE49-F238E27FC236}">
                <a16:creationId xmlns:a16="http://schemas.microsoft.com/office/drawing/2014/main" id="{48B25251-6828-F943-B073-9F05B4BB0DE7}"/>
              </a:ext>
            </a:extLst>
          </p:cNvPr>
          <p:cNvSpPr/>
          <p:nvPr/>
        </p:nvSpPr>
        <p:spPr>
          <a:xfrm>
            <a:off x="651343" y="1907868"/>
            <a:ext cx="3050502" cy="15101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lvl="0">
              <a:spcAft>
                <a:spcPts val="600"/>
              </a:spcAft>
              <a:buClr>
                <a:srgbClr val="737373"/>
              </a:buClr>
              <a:buSzPct val="115000"/>
              <a:defRPr/>
            </a:pPr>
            <a:r>
              <a:rPr lang="en-US" sz="1600" b="1" dirty="0">
                <a:solidFill>
                  <a:schemeClr val="bg1"/>
                </a:solidFill>
                <a:latin typeface="Segoe UI Semibold" panose="020B0502040204020203" pitchFamily="34" charset="0"/>
                <a:cs typeface="Segoe UI Semibold" panose="020B0502040204020203" pitchFamily="34" charset="0"/>
              </a:rPr>
              <a:t>The challenge</a:t>
            </a:r>
          </a:p>
          <a:p>
            <a:pPr lvl="0">
              <a:spcAft>
                <a:spcPts val="600"/>
              </a:spcAft>
              <a:buClr>
                <a:srgbClr val="737373"/>
              </a:buClr>
              <a:buSzPct val="115000"/>
              <a:defRPr/>
            </a:pPr>
            <a:r>
              <a:rPr lang="en-US" sz="1000" dirty="0">
                <a:solidFill>
                  <a:schemeClr val="bg1"/>
                </a:solidFill>
                <a:latin typeface="Segoe UI" panose="020B0502040204020203" pitchFamily="34" charset="0"/>
                <a:cs typeface="Segoe UI" panose="020B0502040204020203" pitchFamily="34" charset="0"/>
              </a:rPr>
              <a:t>CBF is a Christian network of approximately 1,800 churches working together to spread the hope of Christ. It searched for ways to optimize its internal business processes and found Autopilot for Teams, a solution that fits seamlessly into its employees’ daily workflow </a:t>
            </a:r>
            <a:r>
              <a:rPr lang="en-US" sz="1000" b="1" dirty="0">
                <a:solidFill>
                  <a:schemeClr val="bg1"/>
                </a:solidFill>
                <a:latin typeface="Segoe UI" panose="020B0502040204020203" pitchFamily="34" charset="0"/>
                <a:cs typeface="Segoe UI" panose="020B0502040204020203" pitchFamily="34" charset="0"/>
              </a:rPr>
              <a:t>by integrating with the same Microsoft 365 tools they’re already using.</a:t>
            </a:r>
          </a:p>
        </p:txBody>
      </p:sp>
      <p:sp>
        <p:nvSpPr>
          <p:cNvPr id="12" name="TextBox 11">
            <a:extLst>
              <a:ext uri="{FF2B5EF4-FFF2-40B4-BE49-F238E27FC236}">
                <a16:creationId xmlns:a16="http://schemas.microsoft.com/office/drawing/2014/main" id="{D7075F55-2BB5-4E12-8B6D-B5B436574BF9}"/>
              </a:ext>
            </a:extLst>
          </p:cNvPr>
          <p:cNvSpPr txBox="1"/>
          <p:nvPr/>
        </p:nvSpPr>
        <p:spPr>
          <a:xfrm>
            <a:off x="620887" y="946411"/>
            <a:ext cx="7276770" cy="512448"/>
          </a:xfrm>
          <a:prstGeom prst="rect">
            <a:avLst/>
          </a:prstGeom>
          <a:noFill/>
          <a:ln>
            <a:noFill/>
          </a:ln>
        </p:spPr>
        <p:txBody>
          <a:bodyPr wrap="square" lIns="0" tIns="0" rIns="0" bIns="0" rtlCol="0">
            <a:spAutoFit/>
          </a:bodyPr>
          <a:lstStyle/>
          <a:p>
            <a:pPr lvl="0">
              <a:lnSpc>
                <a:spcPct val="90000"/>
              </a:lnSpc>
              <a:defRPr/>
            </a:pPr>
            <a:r>
              <a:rPr lang="en-US" sz="1850" dirty="0">
                <a:solidFill>
                  <a:srgbClr val="5C5AD4"/>
                </a:solidFill>
                <a:latin typeface="Segoe UI Semibold" panose="020B0702040204020203" pitchFamily="34" charset="0"/>
                <a:cs typeface="Segoe UI Semibold" panose="020B0702040204020203" pitchFamily="34" charset="0"/>
              </a:rPr>
              <a:t>The Cooperative Baptist Fellowship (CBF) uses Autopilot for Teams </a:t>
            </a:r>
            <a:r>
              <a:rPr lang="en-US" sz="1850" dirty="0">
                <a:latin typeface="Segoe UI Semibold" panose="020B0702040204020203" pitchFamily="34" charset="0"/>
                <a:cs typeface="Segoe UI Semibold" panose="020B0702040204020203" pitchFamily="34" charset="0"/>
              </a:rPr>
              <a:t>to handle key approval processes within the organization</a:t>
            </a:r>
          </a:p>
        </p:txBody>
      </p:sp>
      <p:sp>
        <p:nvSpPr>
          <p:cNvPr id="3" name="Rectangle 2">
            <a:extLst>
              <a:ext uri="{FF2B5EF4-FFF2-40B4-BE49-F238E27FC236}">
                <a16:creationId xmlns:a16="http://schemas.microsoft.com/office/drawing/2014/main" id="{B1416309-FA63-45FF-A098-76F2FCB1226C}"/>
              </a:ext>
            </a:extLst>
          </p:cNvPr>
          <p:cNvSpPr/>
          <p:nvPr/>
        </p:nvSpPr>
        <p:spPr>
          <a:xfrm>
            <a:off x="651343" y="5742580"/>
            <a:ext cx="1996689" cy="240387"/>
          </a:xfrm>
          <a:prstGeom prst="rect">
            <a:avLst/>
          </a:prstGeom>
        </p:spPr>
        <p:txBody>
          <a:bodyPr wrap="square" lIns="0" tIns="0" rIns="0" bIns="0">
            <a:spAutoFit/>
          </a:bodyPr>
          <a:lstStyle/>
          <a:p>
            <a:pPr lvl="0">
              <a:lnSpc>
                <a:spcPct val="105000"/>
              </a:lnSpc>
              <a:buClr>
                <a:schemeClr val="bg1"/>
              </a:buClr>
              <a:buSzPct val="115000"/>
              <a:defRPr/>
            </a:pPr>
            <a:r>
              <a:rPr lang="en-US" sz="1600" dirty="0">
                <a:solidFill>
                  <a:srgbClr val="5C5AD4"/>
                </a:solidFill>
                <a:latin typeface="Segoe UI Semibold" panose="020B0702040204020203" pitchFamily="34" charset="0"/>
                <a:cs typeface="Segoe UI Semibold" panose="020B0702040204020203" pitchFamily="34" charset="0"/>
              </a:rPr>
              <a:t>About the partner</a:t>
            </a:r>
          </a:p>
        </p:txBody>
      </p:sp>
      <p:sp>
        <p:nvSpPr>
          <p:cNvPr id="8" name="TextBox 7">
            <a:extLst>
              <a:ext uri="{FF2B5EF4-FFF2-40B4-BE49-F238E27FC236}">
                <a16:creationId xmlns:a16="http://schemas.microsoft.com/office/drawing/2014/main" id="{00097C70-44CC-42F5-B645-9CB1B645D72B}"/>
              </a:ext>
            </a:extLst>
          </p:cNvPr>
          <p:cNvSpPr txBox="1"/>
          <p:nvPr/>
        </p:nvSpPr>
        <p:spPr>
          <a:xfrm>
            <a:off x="651343" y="6005696"/>
            <a:ext cx="6626986" cy="718631"/>
          </a:xfrm>
          <a:prstGeom prst="rect">
            <a:avLst/>
          </a:prstGeom>
          <a:noFill/>
        </p:spPr>
        <p:txBody>
          <a:bodyPr wrap="square" lIns="0" tIns="0" rIns="0" bIns="0" rtlCol="0">
            <a:noAutofit/>
          </a:bodyPr>
          <a:lstStyle/>
          <a:p>
            <a:pPr>
              <a:spcAft>
                <a:spcPts val="300"/>
              </a:spcAft>
              <a:buClr>
                <a:srgbClr val="737373"/>
              </a:buClr>
              <a:buSzPct val="115000"/>
              <a:defRPr/>
            </a:pPr>
            <a:r>
              <a:rPr lang="en-US" sz="1000" b="1" dirty="0">
                <a:latin typeface="Segoe UI (Body)"/>
              </a:rPr>
              <a:t>Autopilot</a:t>
            </a:r>
            <a:r>
              <a:rPr lang="en-US" sz="1000" dirty="0">
                <a:latin typeface="Segoe UI (Body)"/>
              </a:rPr>
              <a:t> allows you to rapidly replace any manual (or messy) business process with a seamless, automated solution that ensures compliance and mitigates risk. Implement reliable, consistent procedures every time.</a:t>
            </a:r>
            <a:endParaRPr lang="en-US" sz="1000" dirty="0">
              <a:latin typeface="Segoe UI "/>
            </a:endParaRPr>
          </a:p>
        </p:txBody>
      </p:sp>
      <p:sp>
        <p:nvSpPr>
          <p:cNvPr id="25" name="TextBox 24">
            <a:extLst>
              <a:ext uri="{FF2B5EF4-FFF2-40B4-BE49-F238E27FC236}">
                <a16:creationId xmlns:a16="http://schemas.microsoft.com/office/drawing/2014/main" id="{D116A18E-1F10-4C54-82F2-91D719C793B2}"/>
              </a:ext>
            </a:extLst>
          </p:cNvPr>
          <p:cNvSpPr txBox="1"/>
          <p:nvPr/>
        </p:nvSpPr>
        <p:spPr>
          <a:xfrm>
            <a:off x="2143903" y="6409815"/>
            <a:ext cx="3441798" cy="254857"/>
          </a:xfrm>
          <a:prstGeom prst="rect">
            <a:avLst/>
          </a:prstGeom>
          <a:noFill/>
        </p:spPr>
        <p:txBody>
          <a:bodyPr wrap="square" lIns="0" tIns="0" rIns="0" bIns="0" rtlCol="0">
            <a:noAutofit/>
          </a:bodyPr>
          <a:lstStyle/>
          <a:p>
            <a:pPr>
              <a:spcAft>
                <a:spcPts val="300"/>
              </a:spcAft>
              <a:buClr>
                <a:srgbClr val="737373"/>
              </a:buClr>
              <a:buSzPct val="115000"/>
              <a:defRPr/>
            </a:pPr>
            <a:r>
              <a:rPr lang="en-US" sz="1400" b="1" dirty="0">
                <a:latin typeface="Segoe UI Semibold" panose="020B0502040204020203" pitchFamily="34" charset="0"/>
                <a:cs typeface="Segoe UI Semibold" panose="020B0502040204020203" pitchFamily="34" charset="0"/>
              </a:rPr>
              <a:t>Learn more: </a:t>
            </a:r>
            <a:r>
              <a:rPr lang="en-US" sz="1200" b="1" dirty="0">
                <a:solidFill>
                  <a:srgbClr val="5C5AD4"/>
                </a:solidFill>
                <a:latin typeface="Segoe UI Semibold" panose="020B0502040204020203" pitchFamily="34" charset="0"/>
                <a:cs typeface="Segoe UI Semibold" panose="020B0502040204020203" pitchFamily="34" charset="0"/>
                <a:hlinkClick r:id="rId3"/>
              </a:rPr>
              <a:t>View Autopilot on AppSource </a:t>
            </a:r>
            <a:endParaRPr lang="en-US" sz="1200" b="1" dirty="0">
              <a:solidFill>
                <a:srgbClr val="5C5AD4"/>
              </a:solidFill>
              <a:latin typeface="Segoe UI Semibold" panose="020B0502040204020203" pitchFamily="34" charset="0"/>
              <a:cs typeface="Segoe UI Semibold" panose="020B0502040204020203" pitchFamily="34" charset="0"/>
            </a:endParaRPr>
          </a:p>
        </p:txBody>
      </p:sp>
      <p:sp>
        <p:nvSpPr>
          <p:cNvPr id="50" name="Rectangle 49">
            <a:extLst>
              <a:ext uri="{FF2B5EF4-FFF2-40B4-BE49-F238E27FC236}">
                <a16:creationId xmlns:a16="http://schemas.microsoft.com/office/drawing/2014/main" id="{082B692F-9B8A-4A7B-B4B7-16078EDE201E}"/>
              </a:ext>
            </a:extLst>
          </p:cNvPr>
          <p:cNvSpPr/>
          <p:nvPr/>
        </p:nvSpPr>
        <p:spPr>
          <a:xfrm>
            <a:off x="642040" y="3682718"/>
            <a:ext cx="1701098" cy="338554"/>
          </a:xfrm>
          <a:prstGeom prst="rect">
            <a:avLst/>
          </a:prstGeom>
        </p:spPr>
        <p:txBody>
          <a:bodyPr wrap="square" lIns="0" rIns="0">
            <a:spAutoFit/>
          </a:bodyPr>
          <a:lstStyle/>
          <a:p>
            <a:pPr marR="0" indent="0" fontAlgn="auto">
              <a:lnSpc>
                <a:spcPct val="100000"/>
              </a:lnSpc>
              <a:spcBef>
                <a:spcPts val="0"/>
              </a:spcBef>
              <a:spcAft>
                <a:spcPts val="600"/>
              </a:spcAft>
              <a:buClr>
                <a:srgbClr val="737373"/>
              </a:buClr>
              <a:buSzPct val="115000"/>
              <a:buFontTx/>
              <a:buNone/>
              <a:tabLst/>
              <a:defRPr/>
            </a:pPr>
            <a:r>
              <a:rPr lang="en-US" sz="1600" dirty="0">
                <a:solidFill>
                  <a:srgbClr val="5C5AD4"/>
                </a:solidFill>
                <a:latin typeface="Segoe UI Semibold" panose="020B0502040204020203" pitchFamily="34" charset="0"/>
                <a:cs typeface="Segoe UI Semibold" panose="020B0502040204020203" pitchFamily="34" charset="0"/>
              </a:rPr>
              <a:t>The results</a:t>
            </a:r>
          </a:p>
        </p:txBody>
      </p:sp>
      <p:sp>
        <p:nvSpPr>
          <p:cNvPr id="5" name="Rectangle 4">
            <a:extLst>
              <a:ext uri="{FF2B5EF4-FFF2-40B4-BE49-F238E27FC236}">
                <a16:creationId xmlns:a16="http://schemas.microsoft.com/office/drawing/2014/main" id="{7633C3DC-D1DA-8948-AC99-01B2EEC73385}"/>
              </a:ext>
            </a:extLst>
          </p:cNvPr>
          <p:cNvSpPr/>
          <p:nvPr/>
        </p:nvSpPr>
        <p:spPr>
          <a:xfrm>
            <a:off x="8112356" y="-2058"/>
            <a:ext cx="4079644" cy="6860058"/>
          </a:xfrm>
          <a:prstGeom prst="rect">
            <a:avLst/>
          </a:prstGeom>
          <a:solidFill>
            <a:srgbClr val="7BB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p:cNvGrpSpPr/>
          <p:nvPr/>
        </p:nvGrpSpPr>
        <p:grpSpPr>
          <a:xfrm>
            <a:off x="8473866" y="203894"/>
            <a:ext cx="3380405" cy="2287988"/>
            <a:chOff x="8473867" y="210718"/>
            <a:chExt cx="3331308" cy="2254757"/>
          </a:xfrm>
        </p:grpSpPr>
        <p:pic>
          <p:nvPicPr>
            <p:cNvPr id="34" name="Picture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5047" y="362215"/>
              <a:ext cx="2488189" cy="2089541"/>
            </a:xfrm>
            <a:prstGeom prst="rect">
              <a:avLst/>
            </a:prstGeom>
          </p:spPr>
        </p:pic>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32393" y="890532"/>
              <a:ext cx="1172782" cy="1574943"/>
            </a:xfrm>
            <a:prstGeom prst="rect">
              <a:avLst/>
            </a:prstGeom>
          </p:spPr>
        </p:pic>
        <p:pic>
          <p:nvPicPr>
            <p:cNvPr id="37" name="Picture 3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73867" y="825219"/>
              <a:ext cx="595625" cy="595625"/>
            </a:xfrm>
            <a:prstGeom prst="rect">
              <a:avLst/>
            </a:prstGeom>
          </p:spPr>
        </p:pic>
        <p:pic>
          <p:nvPicPr>
            <p:cNvPr id="38" name="Picture 3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20356" y="1559117"/>
              <a:ext cx="595625" cy="595625"/>
            </a:xfrm>
            <a:prstGeom prst="rect">
              <a:avLst/>
            </a:prstGeom>
          </p:spPr>
        </p:pic>
        <p:pic>
          <p:nvPicPr>
            <p:cNvPr id="40" name="Picture 3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24221" y="210718"/>
              <a:ext cx="595625" cy="595625"/>
            </a:xfrm>
            <a:prstGeom prst="rect">
              <a:avLst/>
            </a:prstGeom>
          </p:spPr>
        </p:pic>
        <p:pic>
          <p:nvPicPr>
            <p:cNvPr id="42" name="Picture 4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82707" y="1385214"/>
              <a:ext cx="595625" cy="595625"/>
            </a:xfrm>
            <a:prstGeom prst="rect">
              <a:avLst/>
            </a:prstGeom>
          </p:spPr>
        </p:pic>
      </p:grpSp>
      <p:grpSp>
        <p:nvGrpSpPr>
          <p:cNvPr id="2" name="Group 1"/>
          <p:cNvGrpSpPr/>
          <p:nvPr/>
        </p:nvGrpSpPr>
        <p:grpSpPr>
          <a:xfrm>
            <a:off x="639287" y="4000552"/>
            <a:ext cx="7106204" cy="1477328"/>
            <a:chOff x="549647" y="4000552"/>
            <a:chExt cx="7106204" cy="1477328"/>
          </a:xfrm>
        </p:grpSpPr>
        <p:sp>
          <p:nvSpPr>
            <p:cNvPr id="55" name="Rectangle 54">
              <a:extLst>
                <a:ext uri="{FF2B5EF4-FFF2-40B4-BE49-F238E27FC236}">
                  <a16:creationId xmlns:a16="http://schemas.microsoft.com/office/drawing/2014/main" id="{A6C06A4A-937B-44F2-A674-45E9577197D1}"/>
                </a:ext>
              </a:extLst>
            </p:cNvPr>
            <p:cNvSpPr/>
            <p:nvPr/>
          </p:nvSpPr>
          <p:spPr>
            <a:xfrm>
              <a:off x="749609" y="4000552"/>
              <a:ext cx="2545506" cy="1477328"/>
            </a:xfrm>
            <a:prstGeom prst="rect">
              <a:avLst/>
            </a:prstGeom>
          </p:spPr>
          <p:txBody>
            <a:bodyPr wrap="square" lIns="0" rIns="0">
              <a:spAutoFit/>
            </a:bodyPr>
            <a:lstStyle/>
            <a:p>
              <a:pPr fontAlgn="ctr">
                <a:spcAft>
                  <a:spcPts val="800"/>
                </a:spcAft>
                <a:buClr>
                  <a:srgbClr val="737373"/>
                </a:buClr>
                <a:buSzPct val="115000"/>
                <a:defRPr/>
              </a:pPr>
              <a:r>
                <a:rPr lang="en-US" sz="1000" b="1" dirty="0">
                  <a:latin typeface="Segoe UI" panose="020B0502040204020203" pitchFamily="34" charset="0"/>
                  <a:cs typeface="Segoe UI" panose="020B0502040204020203" pitchFamily="34" charset="0"/>
                </a:rPr>
                <a:t>CBF now has a complete workflow management solution built to work in Microsoft Teams. </a:t>
              </a:r>
              <a:r>
                <a:rPr lang="en-US" sz="1000" dirty="0">
                  <a:latin typeface="Segoe UI" panose="020B0502040204020203" pitchFamily="34" charset="0"/>
                  <a:cs typeface="Segoe UI" panose="020B0502040204020203" pitchFamily="34" charset="0"/>
                </a:rPr>
                <a:t>Autopilot’s seamless integration with Microsoft Teams means the application is</a:t>
              </a:r>
              <a:r>
                <a:rPr lang="en-US" sz="1000" b="1" dirty="0">
                  <a:latin typeface="Segoe UI" panose="020B0502040204020203" pitchFamily="34" charset="0"/>
                  <a:cs typeface="Segoe UI" panose="020B0502040204020203" pitchFamily="34" charset="0"/>
                </a:rPr>
                <a:t> </a:t>
              </a:r>
              <a:r>
                <a:rPr lang="en-US" sz="1000" dirty="0">
                  <a:latin typeface="Segoe UI" panose="020B0502040204020203" pitchFamily="34" charset="0"/>
                  <a:cs typeface="Segoe UI" panose="020B0502040204020203" pitchFamily="34" charset="0"/>
                </a:rPr>
                <a:t>readily available, allowing staff to easily submit leave applications; hire new staff; and create expense claims, training requests, IT support requests, staff transfers, and promotion requests.</a:t>
              </a:r>
            </a:p>
          </p:txBody>
        </p:sp>
        <p:sp>
          <p:nvSpPr>
            <p:cNvPr id="26" name="Rectangle 25">
              <a:extLst>
                <a:ext uri="{FF2B5EF4-FFF2-40B4-BE49-F238E27FC236}">
                  <a16:creationId xmlns:a16="http://schemas.microsoft.com/office/drawing/2014/main" id="{A6C06A4A-937B-44F2-A674-45E9577197D1}"/>
                </a:ext>
              </a:extLst>
            </p:cNvPr>
            <p:cNvSpPr/>
            <p:nvPr/>
          </p:nvSpPr>
          <p:spPr>
            <a:xfrm>
              <a:off x="3621135" y="4000552"/>
              <a:ext cx="1642888" cy="1323439"/>
            </a:xfrm>
            <a:prstGeom prst="rect">
              <a:avLst/>
            </a:prstGeom>
          </p:spPr>
          <p:txBody>
            <a:bodyPr wrap="square" lIns="0" rIns="0">
              <a:spAutoFit/>
            </a:bodyPr>
            <a:lstStyle/>
            <a:p>
              <a:pPr fontAlgn="ctr">
                <a:spcAft>
                  <a:spcPts val="800"/>
                </a:spcAft>
                <a:buClr>
                  <a:srgbClr val="737373"/>
                </a:buClr>
                <a:buSzPct val="115000"/>
                <a:defRPr/>
              </a:pPr>
              <a:r>
                <a:rPr lang="en-US" sz="1000" b="1" dirty="0">
                  <a:latin typeface="Segoe UI" panose="020B0502040204020203" pitchFamily="34" charset="0"/>
                  <a:cs typeface="Segoe UI" panose="020B0502040204020203" pitchFamily="34" charset="0"/>
                </a:rPr>
                <a:t>CBF employees have rapidly adopted Autopilot. </a:t>
              </a:r>
              <a:br>
                <a:rPr lang="en-US" sz="1000" b="1"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After an efficient rollout of the application, Autopilot has helped drive digital transformation by facilitating common workflow tasks in one familiar workspace.</a:t>
              </a:r>
            </a:p>
          </p:txBody>
        </p:sp>
        <p:sp>
          <p:nvSpPr>
            <p:cNvPr id="28" name="Rectangle 27">
              <a:extLst>
                <a:ext uri="{FF2B5EF4-FFF2-40B4-BE49-F238E27FC236}">
                  <a16:creationId xmlns:a16="http://schemas.microsoft.com/office/drawing/2014/main" id="{A6C06A4A-937B-44F2-A674-45E9577197D1}"/>
                </a:ext>
              </a:extLst>
            </p:cNvPr>
            <p:cNvSpPr/>
            <p:nvPr/>
          </p:nvSpPr>
          <p:spPr>
            <a:xfrm>
              <a:off x="5646474" y="4000552"/>
              <a:ext cx="2009377" cy="1477328"/>
            </a:xfrm>
            <a:prstGeom prst="rect">
              <a:avLst/>
            </a:prstGeom>
          </p:spPr>
          <p:txBody>
            <a:bodyPr wrap="square" lIns="0" rIns="0">
              <a:spAutoFit/>
            </a:bodyPr>
            <a:lstStyle/>
            <a:p>
              <a:pPr fontAlgn="ctr">
                <a:spcAft>
                  <a:spcPts val="800"/>
                </a:spcAft>
                <a:buClr>
                  <a:srgbClr val="737373"/>
                </a:buClr>
                <a:buSzPct val="115000"/>
                <a:defRPr/>
              </a:pPr>
              <a:r>
                <a:rPr lang="en-US" sz="1000" dirty="0">
                  <a:latin typeface="Segoe UI" panose="020B0502040204020203" pitchFamily="34" charset="0"/>
                  <a:cs typeface="Segoe UI" panose="020B0502040204020203" pitchFamily="34" charset="0"/>
                </a:rPr>
                <a:t>Increasing the scope of applications available in the Teams environment and including functions (like leave applications and transfer requests) has </a:t>
              </a:r>
              <a:r>
                <a:rPr lang="en-US" sz="1000" b="1" dirty="0">
                  <a:latin typeface="Segoe UI" panose="020B0502040204020203" pitchFamily="34" charset="0"/>
                  <a:cs typeface="Segoe UI" panose="020B0502040204020203" pitchFamily="34" charset="0"/>
                </a:rPr>
                <a:t>increased CBF staff’s trust in the platform </a:t>
              </a:r>
              <a:r>
                <a:rPr lang="en-US" sz="1000" dirty="0">
                  <a:latin typeface="Segoe UI" panose="020B0502040204020203" pitchFamily="34" charset="0"/>
                  <a:cs typeface="Segoe UI" panose="020B0502040204020203" pitchFamily="34" charset="0"/>
                </a:rPr>
                <a:t>and helped to migrate them away from less integrated methods of working, </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in a positive way.</a:t>
              </a:r>
            </a:p>
          </p:txBody>
        </p:sp>
        <p:sp>
          <p:nvSpPr>
            <p:cNvPr id="43" name="check" title="Icon of a checkmark">
              <a:extLst>
                <a:ext uri="{FF2B5EF4-FFF2-40B4-BE49-F238E27FC236}">
                  <a16:creationId xmlns:a16="http://schemas.microsoft.com/office/drawing/2014/main" id="{C30C9B8C-3E7C-474E-B021-6400A547B914}"/>
                </a:ext>
              </a:extLst>
            </p:cNvPr>
            <p:cNvSpPr>
              <a:spLocks noChangeAspect="1"/>
            </p:cNvSpPr>
            <p:nvPr/>
          </p:nvSpPr>
          <p:spPr bwMode="auto">
            <a:xfrm>
              <a:off x="5428534" y="4069205"/>
              <a:ext cx="135055" cy="95365"/>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15875" cap="sq">
              <a:solidFill>
                <a:srgbClr val="5C5AD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44" name="check" title="Icon of a checkmark">
              <a:extLst>
                <a:ext uri="{FF2B5EF4-FFF2-40B4-BE49-F238E27FC236}">
                  <a16:creationId xmlns:a16="http://schemas.microsoft.com/office/drawing/2014/main" id="{C30C9B8C-3E7C-474E-B021-6400A547B914}"/>
                </a:ext>
              </a:extLst>
            </p:cNvPr>
            <p:cNvSpPr>
              <a:spLocks noChangeAspect="1"/>
            </p:cNvSpPr>
            <p:nvPr/>
          </p:nvSpPr>
          <p:spPr bwMode="auto">
            <a:xfrm>
              <a:off x="3414417" y="4055617"/>
              <a:ext cx="135055" cy="95365"/>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15875" cap="sq">
              <a:solidFill>
                <a:srgbClr val="5C5AD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sp>
          <p:nvSpPr>
            <p:cNvPr id="45" name="check" title="Icon of a checkmark">
              <a:extLst>
                <a:ext uri="{FF2B5EF4-FFF2-40B4-BE49-F238E27FC236}">
                  <a16:creationId xmlns:a16="http://schemas.microsoft.com/office/drawing/2014/main" id="{C30C9B8C-3E7C-474E-B021-6400A547B914}"/>
                </a:ext>
              </a:extLst>
            </p:cNvPr>
            <p:cNvSpPr>
              <a:spLocks noChangeAspect="1"/>
            </p:cNvSpPr>
            <p:nvPr/>
          </p:nvSpPr>
          <p:spPr bwMode="auto">
            <a:xfrm>
              <a:off x="549647" y="4069205"/>
              <a:ext cx="135055" cy="95365"/>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15875" cap="sq">
              <a:solidFill>
                <a:srgbClr val="5C5AD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36" name="Rectangle 35">
            <a:extLst>
              <a:ext uri="{FF2B5EF4-FFF2-40B4-BE49-F238E27FC236}">
                <a16:creationId xmlns:a16="http://schemas.microsoft.com/office/drawing/2014/main" id="{082B692F-9B8A-4A7B-B4B7-16078EDE201E}"/>
              </a:ext>
            </a:extLst>
          </p:cNvPr>
          <p:cNvSpPr/>
          <p:nvPr/>
        </p:nvSpPr>
        <p:spPr>
          <a:xfrm>
            <a:off x="2323072" y="339849"/>
            <a:ext cx="3547435" cy="338554"/>
          </a:xfrm>
          <a:prstGeom prst="rect">
            <a:avLst/>
          </a:prstGeom>
        </p:spPr>
        <p:txBody>
          <a:bodyPr wrap="square" lIns="0" rIns="0">
            <a:spAutoFit/>
          </a:bodyPr>
          <a:lstStyle/>
          <a:p>
            <a:pPr marR="0" indent="0" fontAlgn="auto">
              <a:lnSpc>
                <a:spcPct val="100000"/>
              </a:lnSpc>
              <a:spcBef>
                <a:spcPts val="0"/>
              </a:spcBef>
              <a:spcAft>
                <a:spcPts val="600"/>
              </a:spcAft>
              <a:buClr>
                <a:srgbClr val="737373"/>
              </a:buClr>
              <a:buSzPct val="115000"/>
              <a:buFontTx/>
              <a:buNone/>
              <a:tabLst/>
              <a:defRPr/>
            </a:pPr>
            <a:r>
              <a:rPr lang="en-GB" sz="1600" dirty="0">
                <a:solidFill>
                  <a:srgbClr val="5C5AD4"/>
                </a:solidFill>
                <a:latin typeface="Segoe UI Semibold" panose="020B0502040204020203" pitchFamily="34" charset="0"/>
                <a:cs typeface="Segoe UI Semibold" panose="020B0502040204020203" pitchFamily="34" charset="0"/>
              </a:rPr>
              <a:t>TEAMS PARTNER APP CASE STUDIES</a:t>
            </a:r>
            <a:endParaRPr lang="en-US" sz="1600" dirty="0">
              <a:solidFill>
                <a:srgbClr val="5C5AD4"/>
              </a:solidFill>
              <a:latin typeface="Segoe UI Semibold" panose="020B0502040204020203" pitchFamily="34" charset="0"/>
              <a:cs typeface="Segoe UI Semibold" panose="020B0502040204020203" pitchFamily="34" charset="0"/>
            </a:endParaRPr>
          </a:p>
        </p:txBody>
      </p:sp>
      <p:grpSp>
        <p:nvGrpSpPr>
          <p:cNvPr id="69" name="Group 68"/>
          <p:cNvGrpSpPr/>
          <p:nvPr/>
        </p:nvGrpSpPr>
        <p:grpSpPr>
          <a:xfrm>
            <a:off x="8559990" y="2589337"/>
            <a:ext cx="3356494" cy="3786489"/>
            <a:chOff x="3788728" y="2323242"/>
            <a:chExt cx="3356494" cy="3786489"/>
          </a:xfrm>
        </p:grpSpPr>
        <p:grpSp>
          <p:nvGrpSpPr>
            <p:cNvPr id="70" name="Group 69"/>
            <p:cNvGrpSpPr/>
            <p:nvPr/>
          </p:nvGrpSpPr>
          <p:grpSpPr>
            <a:xfrm>
              <a:off x="3788728" y="4423027"/>
              <a:ext cx="3294281" cy="1686704"/>
              <a:chOff x="448590" y="3670001"/>
              <a:chExt cx="3294281" cy="1686704"/>
            </a:xfrm>
          </p:grpSpPr>
          <p:sp>
            <p:nvSpPr>
              <p:cNvPr id="75" name="Rectangle 74">
                <a:extLst>
                  <a:ext uri="{FF2B5EF4-FFF2-40B4-BE49-F238E27FC236}">
                    <a16:creationId xmlns:a16="http://schemas.microsoft.com/office/drawing/2014/main" id="{010F6E60-BE9D-4A69-ABDE-94563567169C}"/>
                  </a:ext>
                </a:extLst>
              </p:cNvPr>
              <p:cNvSpPr/>
              <p:nvPr/>
            </p:nvSpPr>
            <p:spPr>
              <a:xfrm>
                <a:off x="448590" y="3670001"/>
                <a:ext cx="884858" cy="215444"/>
              </a:xfrm>
              <a:prstGeom prst="rect">
                <a:avLst/>
              </a:prstGeom>
            </p:spPr>
            <p:txBody>
              <a:bodyPr wrap="none" lIns="0" tIns="0" rIns="0" bIns="0">
                <a:spAutoFit/>
              </a:bodyPr>
              <a:lstStyle/>
              <a:p>
                <a:r>
                  <a:rPr lang="en-US" sz="1400" dirty="0">
                    <a:solidFill>
                      <a:schemeClr val="bg1"/>
                    </a:solidFill>
                    <a:latin typeface="Segoe Pro Semibold"/>
                    <a:cs typeface="Segoe Pro Semibold"/>
                  </a:rPr>
                  <a:t> </a:t>
                </a:r>
                <a:r>
                  <a:rPr lang="en-US" sz="1400" dirty="0">
                    <a:solidFill>
                      <a:schemeClr val="bg1"/>
                    </a:solidFill>
                    <a:latin typeface="Segoe UI Semibold" panose="020B0702040204020203" pitchFamily="34" charset="0"/>
                    <a:cs typeface="Segoe UI Semibold" panose="020B0702040204020203" pitchFamily="34" charset="0"/>
                  </a:rPr>
                  <a:t>Highlights</a:t>
                </a:r>
              </a:p>
            </p:txBody>
          </p:sp>
          <p:sp>
            <p:nvSpPr>
              <p:cNvPr id="76" name="Rectangle 75">
                <a:extLst>
                  <a:ext uri="{FF2B5EF4-FFF2-40B4-BE49-F238E27FC236}">
                    <a16:creationId xmlns:a16="http://schemas.microsoft.com/office/drawing/2014/main" id="{2C7775EE-5C4C-4BB4-A0A5-BF58940BAB1D}"/>
                  </a:ext>
                </a:extLst>
              </p:cNvPr>
              <p:cNvSpPr/>
              <p:nvPr/>
            </p:nvSpPr>
            <p:spPr>
              <a:xfrm>
                <a:off x="903061" y="3981970"/>
                <a:ext cx="2839810" cy="1374735"/>
              </a:xfrm>
              <a:prstGeom prst="rect">
                <a:avLst/>
              </a:prstGeom>
            </p:spPr>
            <p:txBody>
              <a:bodyPr wrap="square">
                <a:spAutoFit/>
              </a:bodyPr>
              <a:lstStyle/>
              <a:p>
                <a:pPr fontAlgn="ctr">
                  <a:spcAft>
                    <a:spcPts val="800"/>
                  </a:spcAft>
                  <a:buClr>
                    <a:srgbClr val="737373"/>
                  </a:buClr>
                  <a:buSzPct val="115000"/>
                  <a:defRPr/>
                </a:pPr>
                <a:r>
                  <a:rPr lang="en-US" sz="1000" b="1" dirty="0">
                    <a:latin typeface="Segoe UI" panose="020B0502040204020203" pitchFamily="34" charset="0"/>
                    <a:cs typeface="Segoe UI" panose="020B0502040204020203" pitchFamily="34" charset="0"/>
                  </a:rPr>
                  <a:t>Autopilot’s integration with Teams </a:t>
                </a:r>
                <a:r>
                  <a:rPr lang="en-US" sz="1000" dirty="0">
                    <a:latin typeface="Segoe UI" panose="020B0502040204020203" pitchFamily="34" charset="0"/>
                    <a:cs typeface="Segoe UI" panose="020B0502040204020203" pitchFamily="34" charset="0"/>
                  </a:rPr>
                  <a:t>provides a single workspace for all digital workflows.</a:t>
                </a:r>
              </a:p>
              <a:p>
                <a:pPr fontAlgn="ctr">
                  <a:spcAft>
                    <a:spcPts val="800"/>
                  </a:spcAft>
                  <a:buClr>
                    <a:srgbClr val="737373"/>
                  </a:buClr>
                  <a:buSzPct val="115000"/>
                  <a:defRPr/>
                </a:pPr>
                <a:r>
                  <a:rPr lang="en-US" sz="1000" dirty="0">
                    <a:latin typeface="Segoe UI" panose="020B0502040204020203" pitchFamily="34" charset="0"/>
                    <a:cs typeface="Segoe UI" panose="020B0502040204020203" pitchFamily="34" charset="0"/>
                  </a:rPr>
                  <a:t>Each month, </a:t>
                </a:r>
                <a:r>
                  <a:rPr lang="en-US" sz="1000" b="1" dirty="0">
                    <a:latin typeface="Segoe UI" panose="020B0502040204020203" pitchFamily="34" charset="0"/>
                    <a:cs typeface="Segoe UI" panose="020B0502040204020203" pitchFamily="34" charset="0"/>
                  </a:rPr>
                  <a:t>CBF </a:t>
                </a:r>
                <a:r>
                  <a:rPr lang="en-US" sz="1000" dirty="0">
                    <a:latin typeface="Segoe UI" panose="020B0502040204020203" pitchFamily="34" charset="0"/>
                    <a:cs typeface="Segoe UI" panose="020B0502040204020203" pitchFamily="34" charset="0"/>
                  </a:rPr>
                  <a:t>employees automate several workflows with clarity and consistency, internally or with external partners.</a:t>
                </a:r>
              </a:p>
              <a:p>
                <a:pPr fontAlgn="ctr">
                  <a:spcAft>
                    <a:spcPts val="800"/>
                  </a:spcAft>
                  <a:buClr>
                    <a:srgbClr val="737373"/>
                  </a:buClr>
                  <a:buSzPct val="115000"/>
                  <a:defRPr/>
                </a:pPr>
                <a:r>
                  <a:rPr lang="en-US" sz="1000" b="1" dirty="0">
                    <a:latin typeface="Segoe UI" panose="020B0502040204020203" pitchFamily="34" charset="0"/>
                    <a:cs typeface="Segoe UI" panose="020B0502040204020203" pitchFamily="34" charset="0"/>
                  </a:rPr>
                  <a:t>CBF </a:t>
                </a:r>
                <a:r>
                  <a:rPr lang="en-US" sz="1000" dirty="0">
                    <a:latin typeface="Segoe UI" panose="020B0502040204020203" pitchFamily="34" charset="0"/>
                    <a:cs typeface="Segoe UI" panose="020B0502040204020203" pitchFamily="34" charset="0"/>
                  </a:rPr>
                  <a:t>automated its leave process in just a </a:t>
                </a:r>
                <a:r>
                  <a:rPr lang="en-US" sz="1000">
                    <a:latin typeface="Segoe UI" panose="020B0502040204020203" pitchFamily="34" charset="0"/>
                    <a:cs typeface="Segoe UI" panose="020B0502040204020203" pitchFamily="34" charset="0"/>
                  </a:rPr>
                  <a:t>few days.</a:t>
                </a:r>
                <a:endParaRPr lang="en-US" sz="1000" dirty="0">
                  <a:solidFill>
                    <a:schemeClr val="bg1"/>
                  </a:solidFill>
                  <a:latin typeface="Segoe UI" panose="020B0502040204020203" pitchFamily="34" charset="0"/>
                  <a:cs typeface="Segoe UI" panose="020B0502040204020203" pitchFamily="34" charset="0"/>
                </a:endParaRPr>
              </a:p>
            </p:txBody>
          </p:sp>
          <p:sp>
            <p:nvSpPr>
              <p:cNvPr id="77" name="rocket" title="Icon of a rocket">
                <a:extLst>
                  <a:ext uri="{FF2B5EF4-FFF2-40B4-BE49-F238E27FC236}">
                    <a16:creationId xmlns:a16="http://schemas.microsoft.com/office/drawing/2014/main" id="{057121E5-6FAD-4717-8642-59E8056517C5}"/>
                  </a:ext>
                </a:extLst>
              </p:cNvPr>
              <p:cNvSpPr>
                <a:spLocks noChangeAspect="1" noEditPoints="1"/>
              </p:cNvSpPr>
              <p:nvPr/>
            </p:nvSpPr>
            <p:spPr bwMode="auto">
              <a:xfrm>
                <a:off x="512722" y="5000563"/>
                <a:ext cx="277687" cy="272792"/>
              </a:xfrm>
              <a:custGeom>
                <a:avLst/>
                <a:gdLst>
                  <a:gd name="T0" fmla="*/ 352 w 352"/>
                  <a:gd name="T1" fmla="*/ 3 h 346"/>
                  <a:gd name="T2" fmla="*/ 305 w 352"/>
                  <a:gd name="T3" fmla="*/ 142 h 346"/>
                  <a:gd name="T4" fmla="*/ 118 w 352"/>
                  <a:gd name="T5" fmla="*/ 326 h 346"/>
                  <a:gd name="T6" fmla="*/ 50 w 352"/>
                  <a:gd name="T7" fmla="*/ 346 h 346"/>
                  <a:gd name="T8" fmla="*/ 0 w 352"/>
                  <a:gd name="T9" fmla="*/ 295 h 346"/>
                  <a:gd name="T10" fmla="*/ 30 w 352"/>
                  <a:gd name="T11" fmla="*/ 227 h 346"/>
                  <a:gd name="T12" fmla="*/ 203 w 352"/>
                  <a:gd name="T13" fmla="*/ 54 h 346"/>
                  <a:gd name="T14" fmla="*/ 352 w 352"/>
                  <a:gd name="T15" fmla="*/ 3 h 346"/>
                  <a:gd name="T16" fmla="*/ 203 w 352"/>
                  <a:gd name="T17" fmla="*/ 55 h 346"/>
                  <a:gd name="T18" fmla="*/ 301 w 352"/>
                  <a:gd name="T19" fmla="*/ 146 h 346"/>
                  <a:gd name="T20" fmla="*/ 144 w 352"/>
                  <a:gd name="T21" fmla="*/ 113 h 346"/>
                  <a:gd name="T22" fmla="*/ 0 w 352"/>
                  <a:gd name="T23" fmla="*/ 113 h 346"/>
                  <a:gd name="T24" fmla="*/ 0 w 352"/>
                  <a:gd name="T25" fmla="*/ 197 h 346"/>
                  <a:gd name="T26" fmla="*/ 30 w 352"/>
                  <a:gd name="T27" fmla="*/ 227 h 346"/>
                  <a:gd name="T28" fmla="*/ 30 w 352"/>
                  <a:gd name="T29" fmla="*/ 227 h 346"/>
                  <a:gd name="T30" fmla="*/ 120 w 352"/>
                  <a:gd name="T31" fmla="*/ 324 h 346"/>
                  <a:gd name="T32" fmla="*/ 141 w 352"/>
                  <a:gd name="T33" fmla="*/ 346 h 346"/>
                  <a:gd name="T34" fmla="*/ 232 w 352"/>
                  <a:gd name="T35" fmla="*/ 346 h 346"/>
                  <a:gd name="T36" fmla="*/ 232 w 352"/>
                  <a:gd name="T37" fmla="*/ 214 h 346"/>
                  <a:gd name="T38" fmla="*/ 176 w 352"/>
                  <a:gd name="T39" fmla="*/ 159 h 346"/>
                  <a:gd name="T40" fmla="*/ 194 w 352"/>
                  <a:gd name="T41" fmla="*/ 177 h 346"/>
                  <a:gd name="T42" fmla="*/ 211 w 352"/>
                  <a:gd name="T43" fmla="*/ 159 h 346"/>
                  <a:gd name="T44" fmla="*/ 194 w 352"/>
                  <a:gd name="T45" fmla="*/ 141 h 346"/>
                  <a:gd name="T46" fmla="*/ 176 w 352"/>
                  <a:gd name="T47" fmla="*/ 1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2" h="346">
                    <a:moveTo>
                      <a:pt x="352" y="3"/>
                    </a:moveTo>
                    <a:cubicBezTo>
                      <a:pt x="346" y="85"/>
                      <a:pt x="305" y="142"/>
                      <a:pt x="305" y="142"/>
                    </a:cubicBezTo>
                    <a:cubicBezTo>
                      <a:pt x="305" y="142"/>
                      <a:pt x="305" y="142"/>
                      <a:pt x="118" y="326"/>
                    </a:cubicBezTo>
                    <a:cubicBezTo>
                      <a:pt x="118" y="326"/>
                      <a:pt x="118" y="326"/>
                      <a:pt x="50" y="346"/>
                    </a:cubicBezTo>
                    <a:cubicBezTo>
                      <a:pt x="50" y="346"/>
                      <a:pt x="50" y="346"/>
                      <a:pt x="0" y="295"/>
                    </a:cubicBezTo>
                    <a:cubicBezTo>
                      <a:pt x="0" y="295"/>
                      <a:pt x="0" y="295"/>
                      <a:pt x="30" y="227"/>
                    </a:cubicBezTo>
                    <a:cubicBezTo>
                      <a:pt x="30" y="227"/>
                      <a:pt x="149" y="109"/>
                      <a:pt x="203" y="54"/>
                    </a:cubicBezTo>
                    <a:cubicBezTo>
                      <a:pt x="257" y="0"/>
                      <a:pt x="352" y="3"/>
                      <a:pt x="352" y="3"/>
                    </a:cubicBezTo>
                    <a:close/>
                    <a:moveTo>
                      <a:pt x="203" y="55"/>
                    </a:moveTo>
                    <a:cubicBezTo>
                      <a:pt x="301" y="146"/>
                      <a:pt x="301" y="146"/>
                      <a:pt x="301" y="146"/>
                    </a:cubicBezTo>
                    <a:moveTo>
                      <a:pt x="144" y="113"/>
                    </a:moveTo>
                    <a:cubicBezTo>
                      <a:pt x="0" y="113"/>
                      <a:pt x="0" y="113"/>
                      <a:pt x="0" y="113"/>
                    </a:cubicBezTo>
                    <a:cubicBezTo>
                      <a:pt x="0" y="197"/>
                      <a:pt x="0" y="197"/>
                      <a:pt x="0" y="197"/>
                    </a:cubicBezTo>
                    <a:cubicBezTo>
                      <a:pt x="30" y="227"/>
                      <a:pt x="30" y="227"/>
                      <a:pt x="30" y="227"/>
                    </a:cubicBezTo>
                    <a:moveTo>
                      <a:pt x="30" y="227"/>
                    </a:moveTo>
                    <a:cubicBezTo>
                      <a:pt x="120" y="324"/>
                      <a:pt x="120" y="324"/>
                      <a:pt x="120" y="324"/>
                    </a:cubicBezTo>
                    <a:cubicBezTo>
                      <a:pt x="141" y="346"/>
                      <a:pt x="141" y="346"/>
                      <a:pt x="141" y="346"/>
                    </a:cubicBezTo>
                    <a:cubicBezTo>
                      <a:pt x="232" y="346"/>
                      <a:pt x="232" y="346"/>
                      <a:pt x="232" y="346"/>
                    </a:cubicBezTo>
                    <a:cubicBezTo>
                      <a:pt x="232" y="214"/>
                      <a:pt x="232" y="214"/>
                      <a:pt x="232" y="214"/>
                    </a:cubicBezTo>
                    <a:moveTo>
                      <a:pt x="176" y="159"/>
                    </a:moveTo>
                    <a:cubicBezTo>
                      <a:pt x="176" y="169"/>
                      <a:pt x="184" y="177"/>
                      <a:pt x="194" y="177"/>
                    </a:cubicBezTo>
                    <a:cubicBezTo>
                      <a:pt x="203" y="177"/>
                      <a:pt x="211" y="169"/>
                      <a:pt x="211" y="159"/>
                    </a:cubicBezTo>
                    <a:cubicBezTo>
                      <a:pt x="211" y="149"/>
                      <a:pt x="203" y="141"/>
                      <a:pt x="194" y="141"/>
                    </a:cubicBezTo>
                    <a:cubicBezTo>
                      <a:pt x="184" y="141"/>
                      <a:pt x="176" y="149"/>
                      <a:pt x="176" y="159"/>
                    </a:cubicBezTo>
                    <a:close/>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a:solidFill>
                    <a:schemeClr val="bg1"/>
                  </a:solidFill>
                </a:endParaRPr>
              </a:p>
            </p:txBody>
          </p:sp>
        </p:grpSp>
        <p:sp>
          <p:nvSpPr>
            <p:cNvPr id="71" name="Trackers_EADF_bidi" title="Icon of a clipboard with a checklist on it">
              <a:extLst>
                <a:ext uri="{FF2B5EF4-FFF2-40B4-BE49-F238E27FC236}">
                  <a16:creationId xmlns:a16="http://schemas.microsoft.com/office/drawing/2014/main" id="{79DC1797-788B-4FA2-8637-D0680F30AD70}"/>
                </a:ext>
              </a:extLst>
            </p:cNvPr>
            <p:cNvSpPr>
              <a:spLocks noChangeAspect="1" noEditPoints="1"/>
            </p:cNvSpPr>
            <p:nvPr/>
          </p:nvSpPr>
          <p:spPr bwMode="auto">
            <a:xfrm>
              <a:off x="3860475" y="5215001"/>
              <a:ext cx="262969" cy="358570"/>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500 w 2750"/>
                <a:gd name="T33" fmla="*/ 1750 h 3750"/>
                <a:gd name="T34" fmla="*/ 1500 w 2750"/>
                <a:gd name="T35" fmla="*/ 1750 h 3750"/>
                <a:gd name="T36" fmla="*/ 1500 w 2750"/>
                <a:gd name="T37" fmla="*/ 2500 h 3750"/>
                <a:gd name="T38" fmla="*/ 500 w 2750"/>
                <a:gd name="T39" fmla="*/ 2500 h 3750"/>
                <a:gd name="T40" fmla="*/ 1500 w 2750"/>
                <a:gd name="T41" fmla="*/ 3250 h 3750"/>
                <a:gd name="T42" fmla="*/ 500 w 2750"/>
                <a:gd name="T43" fmla="*/ 3250 h 3750"/>
                <a:gd name="T44" fmla="*/ 1750 w 2750"/>
                <a:gd name="T45" fmla="*/ 1500 h 3750"/>
                <a:gd name="T46" fmla="*/ 2000 w 2750"/>
                <a:gd name="T47" fmla="*/ 1750 h 3750"/>
                <a:gd name="T48" fmla="*/ 2375 w 2750"/>
                <a:gd name="T49" fmla="*/ 1375 h 3750"/>
                <a:gd name="T50" fmla="*/ 1750 w 2750"/>
                <a:gd name="T51" fmla="*/ 2250 h 3750"/>
                <a:gd name="T52" fmla="*/ 2000 w 2750"/>
                <a:gd name="T53" fmla="*/ 2500 h 3750"/>
                <a:gd name="T54" fmla="*/ 2375 w 2750"/>
                <a:gd name="T55" fmla="*/ 2125 h 3750"/>
                <a:gd name="T56" fmla="*/ 1750 w 2750"/>
                <a:gd name="T57" fmla="*/ 3000 h 3750"/>
                <a:gd name="T58" fmla="*/ 2000 w 2750"/>
                <a:gd name="T59" fmla="*/ 3250 h 3750"/>
                <a:gd name="T60" fmla="*/ 237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500" y="1750"/>
                  </a:moveTo>
                  <a:cubicBezTo>
                    <a:pt x="1500" y="1750"/>
                    <a:pt x="1500" y="1750"/>
                    <a:pt x="1500" y="1750"/>
                  </a:cubicBezTo>
                  <a:moveTo>
                    <a:pt x="1500" y="2500"/>
                  </a:moveTo>
                  <a:cubicBezTo>
                    <a:pt x="500" y="2500"/>
                    <a:pt x="500" y="2500"/>
                    <a:pt x="500" y="2500"/>
                  </a:cubicBezTo>
                  <a:moveTo>
                    <a:pt x="1500" y="3250"/>
                  </a:moveTo>
                  <a:cubicBezTo>
                    <a:pt x="500" y="3250"/>
                    <a:pt x="500" y="3250"/>
                    <a:pt x="500" y="3250"/>
                  </a:cubicBezTo>
                  <a:moveTo>
                    <a:pt x="1750" y="1500"/>
                  </a:moveTo>
                  <a:cubicBezTo>
                    <a:pt x="2000" y="1750"/>
                    <a:pt x="2000" y="1750"/>
                    <a:pt x="2000" y="1750"/>
                  </a:cubicBezTo>
                  <a:cubicBezTo>
                    <a:pt x="2375" y="1375"/>
                    <a:pt x="2375" y="1375"/>
                    <a:pt x="2375" y="1375"/>
                  </a:cubicBezTo>
                  <a:moveTo>
                    <a:pt x="1750" y="2250"/>
                  </a:moveTo>
                  <a:cubicBezTo>
                    <a:pt x="2000" y="2500"/>
                    <a:pt x="2000" y="2500"/>
                    <a:pt x="2000" y="2500"/>
                  </a:cubicBezTo>
                  <a:cubicBezTo>
                    <a:pt x="2375" y="2125"/>
                    <a:pt x="2375" y="2125"/>
                    <a:pt x="2375" y="2125"/>
                  </a:cubicBezTo>
                  <a:moveTo>
                    <a:pt x="1750" y="3000"/>
                  </a:moveTo>
                  <a:cubicBezTo>
                    <a:pt x="2000" y="3250"/>
                    <a:pt x="2000" y="3250"/>
                    <a:pt x="2000" y="3250"/>
                  </a:cubicBezTo>
                  <a:cubicBezTo>
                    <a:pt x="2375" y="2875"/>
                    <a:pt x="2375" y="2875"/>
                    <a:pt x="2375" y="2875"/>
                  </a:cubicBez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72" name="IoT" title="Icon of five circles that all connect to a center circle">
              <a:extLst>
                <a:ext uri="{FF2B5EF4-FFF2-40B4-BE49-F238E27FC236}">
                  <a16:creationId xmlns:a16="http://schemas.microsoft.com/office/drawing/2014/main" id="{375AA36A-9AC5-4720-8E8C-8B860D7722C8}"/>
                </a:ext>
              </a:extLst>
            </p:cNvPr>
            <p:cNvSpPr>
              <a:spLocks noChangeAspect="1" noEditPoints="1"/>
            </p:cNvSpPr>
            <p:nvPr/>
          </p:nvSpPr>
          <p:spPr bwMode="auto">
            <a:xfrm>
              <a:off x="3833895" y="4790552"/>
              <a:ext cx="312906" cy="313407"/>
            </a:xfrm>
            <a:custGeom>
              <a:avLst/>
              <a:gdLst>
                <a:gd name="T0" fmla="*/ 235 w 352"/>
                <a:gd name="T1" fmla="*/ 176 h 352"/>
                <a:gd name="T2" fmla="*/ 176 w 352"/>
                <a:gd name="T3" fmla="*/ 235 h 352"/>
                <a:gd name="T4" fmla="*/ 117 w 352"/>
                <a:gd name="T5" fmla="*/ 176 h 352"/>
                <a:gd name="T6" fmla="*/ 176 w 352"/>
                <a:gd name="T7" fmla="*/ 117 h 352"/>
                <a:gd name="T8" fmla="*/ 235 w 352"/>
                <a:gd name="T9" fmla="*/ 176 h 352"/>
                <a:gd name="T10" fmla="*/ 270 w 352"/>
                <a:gd name="T11" fmla="*/ 0 h 352"/>
                <a:gd name="T12" fmla="*/ 235 w 352"/>
                <a:gd name="T13" fmla="*/ 35 h 352"/>
                <a:gd name="T14" fmla="*/ 270 w 352"/>
                <a:gd name="T15" fmla="*/ 70 h 352"/>
                <a:gd name="T16" fmla="*/ 305 w 352"/>
                <a:gd name="T17" fmla="*/ 35 h 352"/>
                <a:gd name="T18" fmla="*/ 270 w 352"/>
                <a:gd name="T19" fmla="*/ 0 h 352"/>
                <a:gd name="T20" fmla="*/ 82 w 352"/>
                <a:gd name="T21" fmla="*/ 23 h 352"/>
                <a:gd name="T22" fmla="*/ 47 w 352"/>
                <a:gd name="T23" fmla="*/ 59 h 352"/>
                <a:gd name="T24" fmla="*/ 82 w 352"/>
                <a:gd name="T25" fmla="*/ 94 h 352"/>
                <a:gd name="T26" fmla="*/ 117 w 352"/>
                <a:gd name="T27" fmla="*/ 59 h 352"/>
                <a:gd name="T28" fmla="*/ 82 w 352"/>
                <a:gd name="T29" fmla="*/ 23 h 352"/>
                <a:gd name="T30" fmla="*/ 35 w 352"/>
                <a:gd name="T31" fmla="*/ 211 h 352"/>
                <a:gd name="T32" fmla="*/ 0 w 352"/>
                <a:gd name="T33" fmla="*/ 246 h 352"/>
                <a:gd name="T34" fmla="*/ 35 w 352"/>
                <a:gd name="T35" fmla="*/ 282 h 352"/>
                <a:gd name="T36" fmla="*/ 70 w 352"/>
                <a:gd name="T37" fmla="*/ 246 h 352"/>
                <a:gd name="T38" fmla="*/ 35 w 352"/>
                <a:gd name="T39" fmla="*/ 211 h 352"/>
                <a:gd name="T40" fmla="*/ 223 w 352"/>
                <a:gd name="T41" fmla="*/ 282 h 352"/>
                <a:gd name="T42" fmla="*/ 188 w 352"/>
                <a:gd name="T43" fmla="*/ 317 h 352"/>
                <a:gd name="T44" fmla="*/ 223 w 352"/>
                <a:gd name="T45" fmla="*/ 352 h 352"/>
                <a:gd name="T46" fmla="*/ 258 w 352"/>
                <a:gd name="T47" fmla="*/ 317 h 352"/>
                <a:gd name="T48" fmla="*/ 223 w 352"/>
                <a:gd name="T49" fmla="*/ 282 h 352"/>
                <a:gd name="T50" fmla="*/ 317 w 352"/>
                <a:gd name="T51" fmla="*/ 164 h 352"/>
                <a:gd name="T52" fmla="*/ 282 w 352"/>
                <a:gd name="T53" fmla="*/ 199 h 352"/>
                <a:gd name="T54" fmla="*/ 317 w 352"/>
                <a:gd name="T55" fmla="*/ 235 h 352"/>
                <a:gd name="T56" fmla="*/ 352 w 352"/>
                <a:gd name="T57" fmla="*/ 199 h 352"/>
                <a:gd name="T58" fmla="*/ 317 w 352"/>
                <a:gd name="T59" fmla="*/ 164 h 352"/>
                <a:gd name="T60" fmla="*/ 250 w 352"/>
                <a:gd name="T61" fmla="*/ 64 h 352"/>
                <a:gd name="T62" fmla="*/ 209 w 352"/>
                <a:gd name="T63" fmla="*/ 127 h 352"/>
                <a:gd name="T64" fmla="*/ 139 w 352"/>
                <a:gd name="T65" fmla="*/ 130 h 352"/>
                <a:gd name="T66" fmla="*/ 104 w 352"/>
                <a:gd name="T67" fmla="*/ 86 h 352"/>
                <a:gd name="T68" fmla="*/ 67 w 352"/>
                <a:gd name="T69" fmla="*/ 231 h 352"/>
                <a:gd name="T70" fmla="*/ 124 w 352"/>
                <a:gd name="T71" fmla="*/ 202 h 352"/>
                <a:gd name="T72" fmla="*/ 212 w 352"/>
                <a:gd name="T73" fmla="*/ 283 h 352"/>
                <a:gd name="T74" fmla="*/ 195 w 352"/>
                <a:gd name="T75" fmla="*/ 232 h 352"/>
                <a:gd name="T76" fmla="*/ 234 w 352"/>
                <a:gd name="T77" fmla="*/ 186 h 352"/>
                <a:gd name="T78" fmla="*/ 282 w 352"/>
                <a:gd name="T79" fmla="*/ 194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2" h="352">
                  <a:moveTo>
                    <a:pt x="235" y="176"/>
                  </a:moveTo>
                  <a:cubicBezTo>
                    <a:pt x="235" y="208"/>
                    <a:pt x="208" y="235"/>
                    <a:pt x="176" y="235"/>
                  </a:cubicBezTo>
                  <a:cubicBezTo>
                    <a:pt x="144" y="235"/>
                    <a:pt x="117" y="208"/>
                    <a:pt x="117" y="176"/>
                  </a:cubicBezTo>
                  <a:cubicBezTo>
                    <a:pt x="117" y="144"/>
                    <a:pt x="144" y="117"/>
                    <a:pt x="176" y="117"/>
                  </a:cubicBezTo>
                  <a:cubicBezTo>
                    <a:pt x="208" y="117"/>
                    <a:pt x="235" y="144"/>
                    <a:pt x="235" y="176"/>
                  </a:cubicBezTo>
                  <a:close/>
                  <a:moveTo>
                    <a:pt x="270" y="0"/>
                  </a:moveTo>
                  <a:cubicBezTo>
                    <a:pt x="250" y="0"/>
                    <a:pt x="235" y="16"/>
                    <a:pt x="235" y="35"/>
                  </a:cubicBezTo>
                  <a:cubicBezTo>
                    <a:pt x="235" y="55"/>
                    <a:pt x="250" y="70"/>
                    <a:pt x="270" y="70"/>
                  </a:cubicBezTo>
                  <a:cubicBezTo>
                    <a:pt x="289" y="70"/>
                    <a:pt x="305" y="55"/>
                    <a:pt x="305" y="35"/>
                  </a:cubicBezTo>
                  <a:cubicBezTo>
                    <a:pt x="305" y="16"/>
                    <a:pt x="289" y="0"/>
                    <a:pt x="270" y="0"/>
                  </a:cubicBezTo>
                  <a:close/>
                  <a:moveTo>
                    <a:pt x="82" y="23"/>
                  </a:moveTo>
                  <a:cubicBezTo>
                    <a:pt x="63" y="23"/>
                    <a:pt x="47" y="39"/>
                    <a:pt x="47" y="59"/>
                  </a:cubicBezTo>
                  <a:cubicBezTo>
                    <a:pt x="47" y="78"/>
                    <a:pt x="63" y="94"/>
                    <a:pt x="82" y="94"/>
                  </a:cubicBezTo>
                  <a:cubicBezTo>
                    <a:pt x="102" y="94"/>
                    <a:pt x="117" y="78"/>
                    <a:pt x="117" y="59"/>
                  </a:cubicBezTo>
                  <a:cubicBezTo>
                    <a:pt x="117" y="39"/>
                    <a:pt x="102" y="23"/>
                    <a:pt x="82" y="23"/>
                  </a:cubicBezTo>
                  <a:close/>
                  <a:moveTo>
                    <a:pt x="35" y="211"/>
                  </a:moveTo>
                  <a:cubicBezTo>
                    <a:pt x="16" y="211"/>
                    <a:pt x="0" y="227"/>
                    <a:pt x="0" y="246"/>
                  </a:cubicBezTo>
                  <a:cubicBezTo>
                    <a:pt x="0" y="266"/>
                    <a:pt x="16" y="282"/>
                    <a:pt x="35" y="282"/>
                  </a:cubicBezTo>
                  <a:cubicBezTo>
                    <a:pt x="55" y="282"/>
                    <a:pt x="70" y="266"/>
                    <a:pt x="70" y="246"/>
                  </a:cubicBezTo>
                  <a:cubicBezTo>
                    <a:pt x="70" y="227"/>
                    <a:pt x="55" y="211"/>
                    <a:pt x="35" y="211"/>
                  </a:cubicBezTo>
                  <a:close/>
                  <a:moveTo>
                    <a:pt x="223" y="282"/>
                  </a:moveTo>
                  <a:cubicBezTo>
                    <a:pt x="203" y="282"/>
                    <a:pt x="188" y="297"/>
                    <a:pt x="188" y="317"/>
                  </a:cubicBezTo>
                  <a:cubicBezTo>
                    <a:pt x="188" y="336"/>
                    <a:pt x="203" y="352"/>
                    <a:pt x="223" y="352"/>
                  </a:cubicBezTo>
                  <a:cubicBezTo>
                    <a:pt x="242" y="352"/>
                    <a:pt x="258" y="336"/>
                    <a:pt x="258" y="317"/>
                  </a:cubicBezTo>
                  <a:cubicBezTo>
                    <a:pt x="258" y="297"/>
                    <a:pt x="242" y="282"/>
                    <a:pt x="223" y="282"/>
                  </a:cubicBezTo>
                  <a:close/>
                  <a:moveTo>
                    <a:pt x="317" y="164"/>
                  </a:moveTo>
                  <a:cubicBezTo>
                    <a:pt x="297" y="164"/>
                    <a:pt x="282" y="180"/>
                    <a:pt x="282" y="199"/>
                  </a:cubicBezTo>
                  <a:cubicBezTo>
                    <a:pt x="282" y="219"/>
                    <a:pt x="297" y="235"/>
                    <a:pt x="317" y="235"/>
                  </a:cubicBezTo>
                  <a:cubicBezTo>
                    <a:pt x="336" y="235"/>
                    <a:pt x="352" y="219"/>
                    <a:pt x="352" y="199"/>
                  </a:cubicBezTo>
                  <a:cubicBezTo>
                    <a:pt x="352" y="180"/>
                    <a:pt x="336" y="164"/>
                    <a:pt x="317" y="164"/>
                  </a:cubicBezTo>
                  <a:close/>
                  <a:moveTo>
                    <a:pt x="250" y="64"/>
                  </a:moveTo>
                  <a:cubicBezTo>
                    <a:pt x="209" y="127"/>
                    <a:pt x="209" y="127"/>
                    <a:pt x="209" y="127"/>
                  </a:cubicBezTo>
                  <a:moveTo>
                    <a:pt x="139" y="130"/>
                  </a:moveTo>
                  <a:cubicBezTo>
                    <a:pt x="104" y="86"/>
                    <a:pt x="104" y="86"/>
                    <a:pt x="104" y="86"/>
                  </a:cubicBezTo>
                  <a:moveTo>
                    <a:pt x="67" y="231"/>
                  </a:moveTo>
                  <a:cubicBezTo>
                    <a:pt x="124" y="202"/>
                    <a:pt x="124" y="202"/>
                    <a:pt x="124" y="202"/>
                  </a:cubicBezTo>
                  <a:moveTo>
                    <a:pt x="212" y="283"/>
                  </a:moveTo>
                  <a:cubicBezTo>
                    <a:pt x="195" y="232"/>
                    <a:pt x="195" y="232"/>
                    <a:pt x="195" y="232"/>
                  </a:cubicBezTo>
                  <a:moveTo>
                    <a:pt x="234" y="186"/>
                  </a:moveTo>
                  <a:cubicBezTo>
                    <a:pt x="282" y="194"/>
                    <a:pt x="282" y="194"/>
                    <a:pt x="282" y="194"/>
                  </a:cubicBezTo>
                </a:path>
              </a:pathLst>
            </a:custGeom>
            <a:noFill/>
            <a:ln w="15875" cap="sq">
              <a:solidFill>
                <a:schemeClr val="bg1"/>
              </a:solidFill>
              <a:prstDash val="soli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73" name="TextBox 72">
              <a:extLst>
                <a:ext uri="{FF2B5EF4-FFF2-40B4-BE49-F238E27FC236}">
                  <a16:creationId xmlns:a16="http://schemas.microsoft.com/office/drawing/2014/main" id="{31F4022D-C89F-4ACE-8DB5-FFF1A39C16E1}"/>
                </a:ext>
              </a:extLst>
            </p:cNvPr>
            <p:cNvSpPr txBox="1"/>
            <p:nvPr/>
          </p:nvSpPr>
          <p:spPr>
            <a:xfrm>
              <a:off x="3835634" y="2323242"/>
              <a:ext cx="3309588" cy="1926434"/>
            </a:xfrm>
            <a:prstGeom prst="rect">
              <a:avLst/>
            </a:prstGeom>
            <a:noFill/>
          </p:spPr>
          <p:txBody>
            <a:bodyPr wrap="square" lIns="0" tIns="0" rIns="0" bIns="0" rtlCol="0">
              <a:noAutofit/>
            </a:bodyPr>
            <a:lstStyle/>
            <a:p>
              <a:r>
                <a:rPr lang="en-US" sz="1300" b="1" i="1" dirty="0">
                  <a:solidFill>
                    <a:schemeClr val="bg1"/>
                  </a:solidFill>
                  <a:latin typeface="+mj-lt"/>
                  <a:ea typeface="Calibri" panose="020F0502020204030204" pitchFamily="34" charset="0"/>
                </a:rPr>
                <a:t>“Using Autopilot has greatly improved our Personnel Changes approval process and allowed for our organization to create a system that works for us and increases efficiency. The team at Autopilot has been nothing short of amazing, responsive, and extremely helpful. “</a:t>
              </a:r>
              <a:endParaRPr lang="en-US" sz="1300" b="1" i="1" dirty="0">
                <a:solidFill>
                  <a:schemeClr val="bg1"/>
                </a:solidFill>
                <a:latin typeface="+mj-lt"/>
                <a:cs typeface="Segoe UI" panose="020B0502040204020203" pitchFamily="34" charset="0"/>
              </a:endParaRPr>
            </a:p>
            <a:p>
              <a:pPr>
                <a:lnSpc>
                  <a:spcPct val="105000"/>
                </a:lnSpc>
                <a:spcBef>
                  <a:spcPts val="600"/>
                </a:spcBef>
                <a:spcAft>
                  <a:spcPts val="300"/>
                </a:spcAft>
                <a:buClr>
                  <a:srgbClr val="737373"/>
                </a:buClr>
                <a:buSzPct val="115000"/>
                <a:defRPr/>
              </a:pPr>
              <a:r>
                <a:rPr lang="en-US" sz="1000" b="1" dirty="0">
                  <a:solidFill>
                    <a:schemeClr val="bg1"/>
                  </a:solidFill>
                  <a:latin typeface="Segoe UI" panose="020B0502040204020203" pitchFamily="34" charset="0"/>
                  <a:cs typeface="Segoe UI" panose="020B0502040204020203" pitchFamily="34" charset="0"/>
                </a:rPr>
                <a:t>              </a:t>
              </a:r>
              <a:r>
                <a:rPr lang="en-US" sz="1000" b="1" dirty="0">
                  <a:latin typeface="Segoe UI" panose="020B0502040204020203" pitchFamily="34" charset="0"/>
                  <a:cs typeface="Segoe UI" panose="020B0502040204020203" pitchFamily="34" charset="0"/>
                </a:rPr>
                <a:t>Latoya Cross</a:t>
              </a:r>
              <a:br>
                <a:rPr lang="en-US" sz="1000" b="1" dirty="0">
                  <a:latin typeface="Segoe UI" panose="020B0502040204020203" pitchFamily="34" charset="0"/>
                  <a:cs typeface="Segoe UI" panose="020B0502040204020203" pitchFamily="34" charset="0"/>
                </a:rPr>
              </a:br>
              <a:r>
                <a:rPr lang="en-US" sz="1000" b="1" dirty="0">
                  <a:latin typeface="Segoe UI" panose="020B0502040204020203" pitchFamily="34" charset="0"/>
                  <a:cs typeface="Segoe UI" panose="020B0502040204020203" pitchFamily="34" charset="0"/>
                </a:rPr>
                <a:t>              Human Resources Specialist</a:t>
              </a:r>
            </a:p>
          </p:txBody>
        </p:sp>
        <p:pic>
          <p:nvPicPr>
            <p:cNvPr id="74" name="Picture 73" descr="Icon&#10;&#10;Description automatically generated">
              <a:extLst>
                <a:ext uri="{FF2B5EF4-FFF2-40B4-BE49-F238E27FC236}">
                  <a16:creationId xmlns:a16="http://schemas.microsoft.com/office/drawing/2014/main" id="{4E18F7B8-0468-1DD7-BD99-4B5B4BD20F18}"/>
                </a:ext>
              </a:extLst>
            </p:cNvPr>
            <p:cNvPicPr>
              <a:picLocks noChangeAspect="1"/>
            </p:cNvPicPr>
            <p:nvPr/>
          </p:nvPicPr>
          <p:blipFill>
            <a:blip r:embed="rId10"/>
            <a:stretch>
              <a:fillRect/>
            </a:stretch>
          </p:blipFill>
          <p:spPr>
            <a:xfrm>
              <a:off x="6518804" y="3675418"/>
              <a:ext cx="475457" cy="475457"/>
            </a:xfrm>
            <a:prstGeom prst="rect">
              <a:avLst/>
            </a:prstGeom>
          </p:spPr>
        </p:pic>
      </p:grpSp>
      <p:pic>
        <p:nvPicPr>
          <p:cNvPr id="6" name="Picture 5">
            <a:extLst>
              <a:ext uri="{FF2B5EF4-FFF2-40B4-BE49-F238E27FC236}">
                <a16:creationId xmlns:a16="http://schemas.microsoft.com/office/drawing/2014/main" id="{EEDB0834-276C-8218-B2AC-BB7F4ED803BC}"/>
              </a:ext>
            </a:extLst>
          </p:cNvPr>
          <p:cNvPicPr>
            <a:picLocks noChangeAspect="1"/>
          </p:cNvPicPr>
          <p:nvPr/>
        </p:nvPicPr>
        <p:blipFill>
          <a:blip r:embed="rId11"/>
          <a:stretch>
            <a:fillRect/>
          </a:stretch>
        </p:blipFill>
        <p:spPr>
          <a:xfrm>
            <a:off x="6322819" y="6419466"/>
            <a:ext cx="1639966" cy="329213"/>
          </a:xfrm>
          <a:prstGeom prst="rect">
            <a:avLst/>
          </a:prstGeom>
        </p:spPr>
      </p:pic>
      <p:pic>
        <p:nvPicPr>
          <p:cNvPr id="7" name="Picture 6">
            <a:extLst>
              <a:ext uri="{FF2B5EF4-FFF2-40B4-BE49-F238E27FC236}">
                <a16:creationId xmlns:a16="http://schemas.microsoft.com/office/drawing/2014/main" id="{A6A5D003-8AA7-A01A-3225-5D0575FE604C}"/>
              </a:ext>
            </a:extLst>
          </p:cNvPr>
          <p:cNvPicPr>
            <a:picLocks noChangeAspect="1"/>
          </p:cNvPicPr>
          <p:nvPr/>
        </p:nvPicPr>
        <p:blipFill>
          <a:blip r:embed="rId12"/>
          <a:stretch>
            <a:fillRect/>
          </a:stretch>
        </p:blipFill>
        <p:spPr>
          <a:xfrm>
            <a:off x="83279" y="6405980"/>
            <a:ext cx="1511939" cy="329213"/>
          </a:xfrm>
          <a:prstGeom prst="rect">
            <a:avLst/>
          </a:prstGeom>
        </p:spPr>
      </p:pic>
    </p:spTree>
    <p:extLst>
      <p:ext uri="{BB962C8B-B14F-4D97-AF65-F5344CB8AC3E}">
        <p14:creationId xmlns:p14="http://schemas.microsoft.com/office/powerpoint/2010/main" val="2486056850"/>
      </p:ext>
    </p:extLst>
  </p:cSld>
  <p:clrMapOvr>
    <a:masterClrMapping/>
  </p:clrMapOvr>
</p:sld>
</file>

<file path=ppt/theme/theme1.xml><?xml version="1.0" encoding="utf-8"?>
<a:theme xmlns:a="http://schemas.openxmlformats.org/drawingml/2006/main" name="White template">
  <a:themeElements>
    <a:clrScheme name="Custom 7">
      <a:dk1>
        <a:srgbClr val="000000"/>
      </a:dk1>
      <a:lt1>
        <a:srgbClr val="FFFFFF"/>
      </a:lt1>
      <a:dk2>
        <a:srgbClr val="34258E"/>
      </a:dk2>
      <a:lt2>
        <a:srgbClr val="F1F2F1"/>
      </a:lt2>
      <a:accent1>
        <a:srgbClr val="5C5AD4"/>
      </a:accent1>
      <a:accent2>
        <a:srgbClr val="34258E"/>
      </a:accent2>
      <a:accent3>
        <a:srgbClr val="9EA1FC"/>
      </a:accent3>
      <a:accent4>
        <a:srgbClr val="D1D2D1"/>
      </a:accent4>
      <a:accent5>
        <a:srgbClr val="727372"/>
      </a:accent5>
      <a:accent6>
        <a:srgbClr val="000000"/>
      </a:accent6>
      <a:hlink>
        <a:srgbClr val="5C5AD4"/>
      </a:hlink>
      <a:folHlink>
        <a:srgbClr val="5C5A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Teams_Template_v04.potx" id="{B5F62A66-05CE-4446-94FC-3762AE71D75B}" vid="{37E6A9CF-A013-467B-BD2C-FDFF29AB7313}"/>
    </a:ext>
  </a:extLst>
</a:theme>
</file>

<file path=ppt/theme/theme2.xml><?xml version="1.0" encoding="utf-8"?>
<a:theme xmlns:a="http://schemas.openxmlformats.org/drawingml/2006/main" name="Light Gray Template">
  <a:themeElements>
    <a:clrScheme name="Custom 8">
      <a:dk1>
        <a:srgbClr val="000000"/>
      </a:dk1>
      <a:lt1>
        <a:srgbClr val="FFFFFF"/>
      </a:lt1>
      <a:dk2>
        <a:srgbClr val="34258E"/>
      </a:dk2>
      <a:lt2>
        <a:srgbClr val="F1F2F1"/>
      </a:lt2>
      <a:accent1>
        <a:srgbClr val="5C5AD4"/>
      </a:accent1>
      <a:accent2>
        <a:srgbClr val="34258E"/>
      </a:accent2>
      <a:accent3>
        <a:srgbClr val="9EA1FC"/>
      </a:accent3>
      <a:accent4>
        <a:srgbClr val="D1D2D1"/>
      </a:accent4>
      <a:accent5>
        <a:srgbClr val="727372"/>
      </a:accent5>
      <a:accent6>
        <a:srgbClr val="000000"/>
      </a:accent6>
      <a:hlink>
        <a:srgbClr val="5C5AD4"/>
      </a:hlink>
      <a:folHlink>
        <a:srgbClr val="5C5A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Teams_Template_v04.potx" id="{B5F62A66-05CE-4446-94FC-3762AE71D75B}" vid="{4647405D-09CB-45F2-9E2B-7905DDF902A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31109bad-359d-4e44-98ab-99050f2555e4" xsi:nil="true"/>
    <SharedWithUsers xmlns="0fbe8722-9af9-4f76-a29f-93a42eaf4ce1">
      <UserInfo>
        <DisplayName/>
        <AccountId xsi:nil="true"/>
        <AccountType/>
      </UserInfo>
    </SharedWithUsers>
    <MediaLengthInSeconds xmlns="31109bad-359d-4e44-98ab-99050f2555e4" xsi:nil="true"/>
    <lcf76f155ced4ddcb4097134ff3c332f xmlns="31109bad-359d-4e44-98ab-99050f2555e4">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E23E9BB534E814798B8C99FB323D3FC" ma:contentTypeVersion="16" ma:contentTypeDescription="Create a new document." ma:contentTypeScope="" ma:versionID="83f19cd200a7f50b2b785fdc77670e80">
  <xsd:schema xmlns:xsd="http://www.w3.org/2001/XMLSchema" xmlns:xs="http://www.w3.org/2001/XMLSchema" xmlns:p="http://schemas.microsoft.com/office/2006/metadata/properties" xmlns:ns1="http://schemas.microsoft.com/sharepoint/v3" xmlns:ns2="31109bad-359d-4e44-98ab-99050f2555e4" xmlns:ns3="0fbe8722-9af9-4f76-a29f-93a42eaf4ce1" xmlns:ns4="230e9df3-be65-4c73-a93b-d1236ebd677e" targetNamespace="http://schemas.microsoft.com/office/2006/metadata/properties" ma:root="true" ma:fieldsID="769ac24b3e7015f7bbf2f9d0b7231dc1" ns1:_="" ns2:_="" ns3:_="" ns4:_="">
    <xsd:import namespace="http://schemas.microsoft.com/sharepoint/v3"/>
    <xsd:import namespace="31109bad-359d-4e44-98ab-99050f2555e4"/>
    <xsd:import namespace="0fbe8722-9af9-4f76-a29f-93a42eaf4ce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109bad-359d-4e44-98ab-99050f2555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be8722-9af9-4f76-a29f-93a42eaf4ce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0b8960a-eb53-4667-b9f5-48a48f6ad1d6}" ma:internalName="TaxCatchAll" ma:showField="CatchAllData" ma:web="0fbe8722-9af9-4f76-a29f-93a42eaf4c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http://purl.org/dc/elements/1.1/"/>
    <ds:schemaRef ds:uri="http://schemas.microsoft.com/office/infopath/2007/PartnerControls"/>
    <ds:schemaRef ds:uri="http://purl.org/dc/terms/"/>
    <ds:schemaRef ds:uri="http://schemas.microsoft.com/office/2006/metadata/properties"/>
    <ds:schemaRef ds:uri="http://schemas.openxmlformats.org/package/2006/metadata/core-properties"/>
    <ds:schemaRef ds:uri="http://schemas.microsoft.com/office/2006/documentManagement/types"/>
    <ds:schemaRef ds:uri="http://schemas.microsoft.com/sharepoint/v3"/>
    <ds:schemaRef ds:uri="230e9df3-be65-4c73-a93b-d1236ebd677e"/>
    <ds:schemaRef ds:uri="0fbe8722-9af9-4f76-a29f-93a42eaf4ce1"/>
    <ds:schemaRef ds:uri="31109bad-359d-4e44-98ab-99050f2555e4"/>
    <ds:schemaRef ds:uri="http://www.w3.org/XML/1998/namespace"/>
    <ds:schemaRef ds:uri="http://purl.org/dc/dcmitype/"/>
  </ds:schemaRefs>
</ds:datastoreItem>
</file>

<file path=customXml/itemProps3.xml><?xml version="1.0" encoding="utf-8"?>
<ds:datastoreItem xmlns:ds="http://schemas.openxmlformats.org/officeDocument/2006/customXml" ds:itemID="{74BA13EC-D104-4CC9-8453-8C011A6340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1109bad-359d-4e44-98ab-99050f2555e4"/>
    <ds:schemaRef ds:uri="0fbe8722-9af9-4f76-a29f-93a42eaf4ce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1927</TotalTime>
  <Words>437</Words>
  <Application>Microsoft Office PowerPoint</Application>
  <PresentationFormat>Widescreen</PresentationFormat>
  <Paragraphs>20</Paragraphs>
  <Slides>1</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Arial</vt:lpstr>
      <vt:lpstr>Segoe Pro Semibold</vt:lpstr>
      <vt:lpstr>Segoe UI</vt:lpstr>
      <vt:lpstr>Segoe UI </vt:lpstr>
      <vt:lpstr>Segoe UI (Body)</vt:lpstr>
      <vt:lpstr>Segoe UI Semibold</vt:lpstr>
      <vt:lpstr>Wingdings</vt:lpstr>
      <vt:lpstr>White template</vt:lpstr>
      <vt:lpstr>Light Gray Template</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Autopilot for MS Teams, CBF</dc:title>
  <dc:subject>&lt;Event name&gt;</dc:subject>
  <dc:creator>Evan Aeschlimann</dc:creator>
  <cp:keywords>Autopilot for MS Teams, CBF</cp:keywords>
  <dc:description/>
  <cp:lastModifiedBy>Adam Shapiro</cp:lastModifiedBy>
  <cp:revision>35</cp:revision>
  <dcterms:created xsi:type="dcterms:W3CDTF">2022-03-31T18:51:06Z</dcterms:created>
  <dcterms:modified xsi:type="dcterms:W3CDTF">2024-02-22T13:29:15Z</dcterms:modified>
  <cp:category>Microsoft Teams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0x010100AE23E9BB534E814798B8C99FB323D3FC</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y fmtid="{D5CDD505-2E9C-101B-9397-08002B2CF9AE}" pid="19" name="Order">
    <vt:r8>443100</vt:r8>
  </property>
  <property fmtid="{D5CDD505-2E9C-101B-9397-08002B2CF9AE}" pid="20" name="xd_Signature">
    <vt:bool>false</vt:bool>
  </property>
  <property fmtid="{D5CDD505-2E9C-101B-9397-08002B2CF9AE}" pid="21" name="xd_ProgID">
    <vt:lpwstr/>
  </property>
  <property fmtid="{D5CDD505-2E9C-101B-9397-08002B2CF9AE}" pid="22" name="ComplianceAssetId">
    <vt:lpwstr/>
  </property>
  <property fmtid="{D5CDD505-2E9C-101B-9397-08002B2CF9AE}" pid="23" name="TemplateUrl">
    <vt:lpwstr/>
  </property>
  <property fmtid="{D5CDD505-2E9C-101B-9397-08002B2CF9AE}" pid="24" name="_ExtendedDescription">
    <vt:lpwstr/>
  </property>
  <property fmtid="{D5CDD505-2E9C-101B-9397-08002B2CF9AE}" pid="25" name="TriggerFlowInfo">
    <vt:lpwstr/>
  </property>
</Properties>
</file>